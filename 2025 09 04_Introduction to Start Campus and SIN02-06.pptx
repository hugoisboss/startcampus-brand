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3.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4.xml" ContentType="application/vnd.openxmlformats-officedocument.theme+xml"/>
  <Override PartName="/ppt/tags/tag1.xml" ContentType="application/vnd.openxmlformats-officedocument.presentationml.tags+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5.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comments/modernComment_7FB47D50_81030F52.xml" ContentType="application/vnd.ms-powerpoint.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9" r:id="rId4"/>
    <p:sldMasterId id="2147483710" r:id="rId5"/>
    <p:sldMasterId id="2147483752" r:id="rId6"/>
    <p:sldMasterId id="2147483762" r:id="rId7"/>
    <p:sldMasterId id="2147483785" r:id="rId8"/>
    <p:sldMasterId id="2147483792" r:id="rId9"/>
  </p:sldMasterIdLst>
  <p:notesMasterIdLst>
    <p:notesMasterId r:id="rId20"/>
  </p:notesMasterIdLst>
  <p:handoutMasterIdLst>
    <p:handoutMasterId r:id="rId21"/>
  </p:handoutMasterIdLst>
  <p:sldIdLst>
    <p:sldId id="2142534865" r:id="rId10"/>
    <p:sldId id="4474" r:id="rId11"/>
    <p:sldId id="4471" r:id="rId12"/>
    <p:sldId id="2142534911" r:id="rId13"/>
    <p:sldId id="2142534994" r:id="rId14"/>
    <p:sldId id="2142534993" r:id="rId15"/>
    <p:sldId id="2142534992" r:id="rId16"/>
    <p:sldId id="2142534894" r:id="rId17"/>
    <p:sldId id="2142534991" r:id="rId18"/>
    <p:sldId id="333" r:id="rId19"/>
  </p:sldIdLst>
  <p:sldSz cx="24387175" cy="13716000"/>
  <p:notesSz cx="7315200" cy="9601200"/>
  <p:defaultTextStyle>
    <a:defPPr>
      <a:defRPr lang="en-PT"/>
    </a:defPPr>
    <a:lvl1pPr marL="0" algn="l" defTabSz="1828891" rtl="0" eaLnBrk="1" latinLnBrk="0" hangingPunct="1">
      <a:defRPr sz="3600" kern="1200">
        <a:solidFill>
          <a:schemeClr val="tx1"/>
        </a:solidFill>
        <a:latin typeface="+mn-lt"/>
        <a:ea typeface="+mn-ea"/>
        <a:cs typeface="+mn-cs"/>
      </a:defRPr>
    </a:lvl1pPr>
    <a:lvl2pPr marL="914446" algn="l" defTabSz="1828891" rtl="0" eaLnBrk="1" latinLnBrk="0" hangingPunct="1">
      <a:defRPr sz="3600" kern="1200">
        <a:solidFill>
          <a:schemeClr val="tx1"/>
        </a:solidFill>
        <a:latin typeface="+mn-lt"/>
        <a:ea typeface="+mn-ea"/>
        <a:cs typeface="+mn-cs"/>
      </a:defRPr>
    </a:lvl2pPr>
    <a:lvl3pPr marL="1828891" algn="l" defTabSz="1828891" rtl="0" eaLnBrk="1" latinLnBrk="0" hangingPunct="1">
      <a:defRPr sz="3600" kern="1200">
        <a:solidFill>
          <a:schemeClr val="tx1"/>
        </a:solidFill>
        <a:latin typeface="+mn-lt"/>
        <a:ea typeface="+mn-ea"/>
        <a:cs typeface="+mn-cs"/>
      </a:defRPr>
    </a:lvl3pPr>
    <a:lvl4pPr marL="2743337" algn="l" defTabSz="1828891" rtl="0" eaLnBrk="1" latinLnBrk="0" hangingPunct="1">
      <a:defRPr sz="3600" kern="1200">
        <a:solidFill>
          <a:schemeClr val="tx1"/>
        </a:solidFill>
        <a:latin typeface="+mn-lt"/>
        <a:ea typeface="+mn-ea"/>
        <a:cs typeface="+mn-cs"/>
      </a:defRPr>
    </a:lvl4pPr>
    <a:lvl5pPr marL="3657783" algn="l" defTabSz="1828891" rtl="0" eaLnBrk="1" latinLnBrk="0" hangingPunct="1">
      <a:defRPr sz="3600" kern="1200">
        <a:solidFill>
          <a:schemeClr val="tx1"/>
        </a:solidFill>
        <a:latin typeface="+mn-lt"/>
        <a:ea typeface="+mn-ea"/>
        <a:cs typeface="+mn-cs"/>
      </a:defRPr>
    </a:lvl5pPr>
    <a:lvl6pPr marL="4572229" algn="l" defTabSz="1828891" rtl="0" eaLnBrk="1" latinLnBrk="0" hangingPunct="1">
      <a:defRPr sz="3600" kern="1200">
        <a:solidFill>
          <a:schemeClr val="tx1"/>
        </a:solidFill>
        <a:latin typeface="+mn-lt"/>
        <a:ea typeface="+mn-ea"/>
        <a:cs typeface="+mn-cs"/>
      </a:defRPr>
    </a:lvl6pPr>
    <a:lvl7pPr marL="5486674" algn="l" defTabSz="1828891" rtl="0" eaLnBrk="1" latinLnBrk="0" hangingPunct="1">
      <a:defRPr sz="3600" kern="1200">
        <a:solidFill>
          <a:schemeClr val="tx1"/>
        </a:solidFill>
        <a:latin typeface="+mn-lt"/>
        <a:ea typeface="+mn-ea"/>
        <a:cs typeface="+mn-cs"/>
      </a:defRPr>
    </a:lvl7pPr>
    <a:lvl8pPr marL="6401120" algn="l" defTabSz="1828891" rtl="0" eaLnBrk="1" latinLnBrk="0" hangingPunct="1">
      <a:defRPr sz="3600" kern="1200">
        <a:solidFill>
          <a:schemeClr val="tx1"/>
        </a:solidFill>
        <a:latin typeface="+mn-lt"/>
        <a:ea typeface="+mn-ea"/>
        <a:cs typeface="+mn-cs"/>
      </a:defRPr>
    </a:lvl8pPr>
    <a:lvl9pPr marL="7315566" algn="l" defTabSz="1828891" rtl="0" eaLnBrk="1" latinLnBrk="0" hangingPunct="1">
      <a:defRPr sz="36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E17CAC5-4F47-4A97-8947-44919DD91AC6}">
          <p14:sldIdLst>
            <p14:sldId id="2142534865"/>
            <p14:sldId id="4474"/>
            <p14:sldId id="4471"/>
            <p14:sldId id="2142534911"/>
            <p14:sldId id="2142534994"/>
            <p14:sldId id="2142534993"/>
            <p14:sldId id="2142534992"/>
            <p14:sldId id="2142534894"/>
            <p14:sldId id="2142534991"/>
            <p14:sldId id="333"/>
          </p14:sldIdLst>
        </p14:section>
        <p14:section name="xxx NOT IN USE" id="{F23AFF6B-47FD-411F-8694-A02A3F51B07B}">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CD6CE0F-1A07-6A86-0CD4-0F7C3F25B011}" name="Manuel Macedo Santos" initials="MS" userId="S::mms@startcampus.pt::b5a2e6c9-f1eb-4dd5-8c85-32c676b5556e" providerId="AD"/>
  <p188:author id="{FA576C6D-666A-6C0D-1EA1-5D5BD75ADAC4}" name="Juliana A. Mizumoto, PhD" initials="JM" userId="S::jam@startcampus.pt::d8d4c794-58b8-464c-ba61-4d8d1168729f" providerId="AD"/>
  <p188:author id="{3B80EB8B-5585-817D-84CF-E033CC5152E0}" name="Alec Pereira" initials="AP" userId="S::aap@startcampus.pt::339a38c9-8b40-462f-956b-fdd7377b5661" providerId="AD"/>
  <p188:author id="{2E67E0C3-8510-8399-5D00-1D5EC18C3F4B}" name="Caroline Romanski" initials="CR" userId="S::car@startcampus.pt::4f135418-9596-4c1e-86b9-bb04d0817dd6" providerId="AD"/>
  <p188:author id="{B23EEDC6-B256-577B-8623-733903827C3B}" name="Start Campus" initials="SC" userId="Start Campus" providerId="None"/>
  <p188:author id="{7B2DAAC8-C5A6-6128-A9DC-5B8EBA4438D9}" name="Luis Rodrigues" initials="LR" userId="S::lfr@startcampus.pt::db902bfd-b3a0-49af-a2ef-5db0f8b657ee" providerId="AD"/>
  <p188:author id="{BCC5F9E1-ECE6-2A43-474C-015728818130}" name="Alberto Petermann" initials="" userId="S::apm@startcampus.pt::4689770a-e672-4cef-9951-ace52a3b4994" providerId="AD"/>
  <p188:author id="{EBFB69E3-5F15-D6BD-D94D-28EB3893860B}" name="Robert Dunn" initials="RN" userId="S::rnd@startcampus.pt::c47865ab-29e2-4ad5-b81c-a355a8ab1081"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34526"/>
    <a:srgbClr val="0A3638"/>
    <a:srgbClr val="00C159"/>
    <a:srgbClr val="EDEBEB"/>
    <a:srgbClr val="000094"/>
    <a:srgbClr val="C5FFDF"/>
    <a:srgbClr val="6464C7"/>
    <a:srgbClr val="BFBFBF"/>
    <a:srgbClr val="EAF2FA"/>
    <a:srgbClr val="00C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47C9ACF-FA1B-424D-BA68-A7E2C6F03F0E}" v="1" dt="2026-07-07T13:13:43.97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42" d="100"/>
          <a:sy n="42" d="100"/>
        </p:scale>
        <p:origin x="108" y="432"/>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4.xml"/><Relationship Id="rId18" Type="http://schemas.openxmlformats.org/officeDocument/2006/relationships/slide" Target="slides/slide9.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Master" Target="slideMasters/slideMaster4.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7.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2.xml"/><Relationship Id="rId24"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6.xml"/><Relationship Id="rId23" Type="http://schemas.openxmlformats.org/officeDocument/2006/relationships/viewProps" Target="viewProps.xml"/><Relationship Id="rId28" Type="http://schemas.microsoft.com/office/2018/10/relationships/authors" Target="authors.xml"/><Relationship Id="rId10" Type="http://schemas.openxmlformats.org/officeDocument/2006/relationships/slide" Target="slides/slide1.xml"/><Relationship Id="rId19" Type="http://schemas.openxmlformats.org/officeDocument/2006/relationships/slide" Target="slides/slide10.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5.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ugo de Oliveira" userId="3af7bcc3-daaf-48cc-a7ea-cb8500c544d3" providerId="ADAL" clId="{3CFB7E92-1BAE-4158-94CB-C0CF061743D6}"/>
    <pc:docChg chg="delSld modSection">
      <pc:chgData name="Hugo de Oliveira" userId="3af7bcc3-daaf-48cc-a7ea-cb8500c544d3" providerId="ADAL" clId="{3CFB7E92-1BAE-4158-94CB-C0CF061743D6}" dt="2026-07-07T13:04:14.300" v="2" actId="47"/>
      <pc:docMkLst>
        <pc:docMk/>
      </pc:docMkLst>
      <pc:sldChg chg="del">
        <pc:chgData name="Hugo de Oliveira" userId="3af7bcc3-daaf-48cc-a7ea-cb8500c544d3" providerId="ADAL" clId="{3CFB7E92-1BAE-4158-94CB-C0CF061743D6}" dt="2026-07-07T13:04:14.300" v="2" actId="47"/>
        <pc:sldMkLst>
          <pc:docMk/>
          <pc:sldMk cId="13934165" sldId="2142534889"/>
        </pc:sldMkLst>
      </pc:sldChg>
      <pc:sldChg chg="del">
        <pc:chgData name="Hugo de Oliveira" userId="3af7bcc3-daaf-48cc-a7ea-cb8500c544d3" providerId="ADAL" clId="{3CFB7E92-1BAE-4158-94CB-C0CF061743D6}" dt="2026-07-07T13:03:27.190" v="0" actId="47"/>
        <pc:sldMkLst>
          <pc:docMk/>
          <pc:sldMk cId="3186959264" sldId="2142534909"/>
        </pc:sldMkLst>
      </pc:sldChg>
      <pc:sldChg chg="del">
        <pc:chgData name="Hugo de Oliveira" userId="3af7bcc3-daaf-48cc-a7ea-cb8500c544d3" providerId="ADAL" clId="{3CFB7E92-1BAE-4158-94CB-C0CF061743D6}" dt="2026-07-07T13:03:27.190" v="0" actId="47"/>
        <pc:sldMkLst>
          <pc:docMk/>
          <pc:sldMk cId="3265346356" sldId="2142534910"/>
        </pc:sldMkLst>
      </pc:sldChg>
      <pc:sldChg chg="del">
        <pc:chgData name="Hugo de Oliveira" userId="3af7bcc3-daaf-48cc-a7ea-cb8500c544d3" providerId="ADAL" clId="{3CFB7E92-1BAE-4158-94CB-C0CF061743D6}" dt="2026-07-07T13:03:27.190" v="0" actId="47"/>
        <pc:sldMkLst>
          <pc:docMk/>
          <pc:sldMk cId="2599758200" sldId="2142534990"/>
        </pc:sldMkLst>
      </pc:sldChg>
      <pc:sldChg chg="del">
        <pc:chgData name="Hugo de Oliveira" userId="3af7bcc3-daaf-48cc-a7ea-cb8500c544d3" providerId="ADAL" clId="{3CFB7E92-1BAE-4158-94CB-C0CF061743D6}" dt="2026-07-07T13:03:34.496" v="1" actId="47"/>
        <pc:sldMkLst>
          <pc:docMk/>
          <pc:sldMk cId="4068201227" sldId="2142535062"/>
        </pc:sldMkLst>
      </pc:sldChg>
      <pc:sldChg chg="del">
        <pc:chgData name="Hugo de Oliveira" userId="3af7bcc3-daaf-48cc-a7ea-cb8500c544d3" providerId="ADAL" clId="{3CFB7E92-1BAE-4158-94CB-C0CF061743D6}" dt="2026-07-07T13:03:34.496" v="1" actId="47"/>
        <pc:sldMkLst>
          <pc:docMk/>
          <pc:sldMk cId="4103114591" sldId="2142535063"/>
        </pc:sldMkLst>
      </pc:sldChg>
      <pc:sldMasterChg chg="delSldLayout">
        <pc:chgData name="Hugo de Oliveira" userId="3af7bcc3-daaf-48cc-a7ea-cb8500c544d3" providerId="ADAL" clId="{3CFB7E92-1BAE-4158-94CB-C0CF061743D6}" dt="2026-07-07T13:03:34.496" v="1" actId="47"/>
        <pc:sldMasterMkLst>
          <pc:docMk/>
          <pc:sldMasterMk cId="2484943417" sldId="2147483752"/>
        </pc:sldMasterMkLst>
        <pc:sldLayoutChg chg="del">
          <pc:chgData name="Hugo de Oliveira" userId="3af7bcc3-daaf-48cc-a7ea-cb8500c544d3" providerId="ADAL" clId="{3CFB7E92-1BAE-4158-94CB-C0CF061743D6}" dt="2026-07-07T13:03:34.496" v="1" actId="47"/>
          <pc:sldLayoutMkLst>
            <pc:docMk/>
            <pc:sldMasterMk cId="2484943417" sldId="2147483752"/>
            <pc:sldLayoutMk cId="2580728087" sldId="2147483805"/>
          </pc:sldLayoutMkLst>
        </pc:sldLayoutChg>
        <pc:sldLayoutChg chg="del">
          <pc:chgData name="Hugo de Oliveira" userId="3af7bcc3-daaf-48cc-a7ea-cb8500c544d3" providerId="ADAL" clId="{3CFB7E92-1BAE-4158-94CB-C0CF061743D6}" dt="2026-07-07T13:03:34.496" v="1" actId="47"/>
          <pc:sldLayoutMkLst>
            <pc:docMk/>
            <pc:sldMasterMk cId="2484943417" sldId="2147483752"/>
            <pc:sldLayoutMk cId="1550027601" sldId="2147483806"/>
          </pc:sldLayoutMkLst>
        </pc:sldLayoutChg>
      </pc:sldMasterChg>
    </pc:docChg>
  </pc:docChgLst>
</pc:chgInfo>
</file>

<file path=ppt/comments/modernComment_7FB47D50_81030F52.xml><?xml version="1.0" encoding="utf-8"?>
<p188:cmLst xmlns:a="http://schemas.openxmlformats.org/drawingml/2006/main" xmlns:r="http://schemas.openxmlformats.org/officeDocument/2006/relationships" xmlns:p188="http://schemas.microsoft.com/office/powerpoint/2018/8/main">
  <p188:cm id="{5D438012-40A8-49B9-9F95-DBCC0A07EA0B}" authorId="{EBFB69E3-5F15-D6BD-D94D-28EB3893860B}" created="2025-09-15T08:54:32.989">
    <pc:sldMkLst xmlns:pc="http://schemas.microsoft.com/office/powerpoint/2013/main/command">
      <pc:docMk/>
      <pc:sldMk cId="2164461394" sldId="2142534992"/>
    </pc:sldMkLst>
    <p188:txBody>
      <a:bodyPr/>
      <a:lstStyle/>
      <a:p>
        <a:r>
          <a:rPr lang="en-GB"/>
          <a:t>Add power ramp table</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19D4F9E-86B9-7C02-165E-47BFF2553F3D}"/>
              </a:ext>
            </a:extLst>
          </p:cNvPr>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PT"/>
          </a:p>
        </p:txBody>
      </p:sp>
      <p:sp>
        <p:nvSpPr>
          <p:cNvPr id="3" name="Date Placeholder 2">
            <a:extLst>
              <a:ext uri="{FF2B5EF4-FFF2-40B4-BE49-F238E27FC236}">
                <a16:creationId xmlns:a16="http://schemas.microsoft.com/office/drawing/2014/main" id="{91F166D5-636D-DCDF-88F4-C0C9E31D849E}"/>
              </a:ext>
            </a:extLst>
          </p:cNvPr>
          <p:cNvSpPr>
            <a:spLocks noGrp="1"/>
          </p:cNvSpPr>
          <p:nvPr>
            <p:ph type="dt" sz="quarter" idx="1"/>
          </p:nvPr>
        </p:nvSpPr>
        <p:spPr>
          <a:xfrm>
            <a:off x="4143587" y="0"/>
            <a:ext cx="3169920" cy="481727"/>
          </a:xfrm>
          <a:prstGeom prst="rect">
            <a:avLst/>
          </a:prstGeom>
        </p:spPr>
        <p:txBody>
          <a:bodyPr vert="horz" lIns="96661" tIns="48331" rIns="96661" bIns="48331" rtlCol="0"/>
          <a:lstStyle>
            <a:lvl1pPr algn="r">
              <a:defRPr sz="1300"/>
            </a:lvl1pPr>
          </a:lstStyle>
          <a:p>
            <a:fld id="{5E291483-AE46-F84B-81FE-471A1047BB18}" type="datetimeFigureOut">
              <a:rPr lang="en-PT" smtClean="0"/>
              <a:t>10/15/2026</a:t>
            </a:fld>
            <a:endParaRPr lang="en-PT"/>
          </a:p>
        </p:txBody>
      </p:sp>
      <p:sp>
        <p:nvSpPr>
          <p:cNvPr id="4" name="Footer Placeholder 3">
            <a:extLst>
              <a:ext uri="{FF2B5EF4-FFF2-40B4-BE49-F238E27FC236}">
                <a16:creationId xmlns:a16="http://schemas.microsoft.com/office/drawing/2014/main" id="{04904703-1271-1A21-4DB1-043A9B4ABCFB}"/>
              </a:ext>
            </a:extLst>
          </p:cNvPr>
          <p:cNvSpPr>
            <a:spLocks noGrp="1"/>
          </p:cNvSpPr>
          <p:nvPr>
            <p:ph type="ftr" sz="quarter" idx="2"/>
          </p:nvPr>
        </p:nvSpPr>
        <p:spPr>
          <a:xfrm>
            <a:off x="0" y="9119474"/>
            <a:ext cx="3169920" cy="481726"/>
          </a:xfrm>
          <a:prstGeom prst="rect">
            <a:avLst/>
          </a:prstGeom>
        </p:spPr>
        <p:txBody>
          <a:bodyPr vert="horz" lIns="96661" tIns="48331" rIns="96661" bIns="48331" rtlCol="0" anchor="b"/>
          <a:lstStyle>
            <a:lvl1pPr algn="l">
              <a:defRPr sz="1300"/>
            </a:lvl1pPr>
          </a:lstStyle>
          <a:p>
            <a:endParaRPr lang="en-PT"/>
          </a:p>
        </p:txBody>
      </p:sp>
      <p:sp>
        <p:nvSpPr>
          <p:cNvPr id="5" name="Slide Number Placeholder 4">
            <a:extLst>
              <a:ext uri="{FF2B5EF4-FFF2-40B4-BE49-F238E27FC236}">
                <a16:creationId xmlns:a16="http://schemas.microsoft.com/office/drawing/2014/main" id="{373CE5C7-D11C-285B-6161-9AC28AB8D49F}"/>
              </a:ext>
            </a:extLst>
          </p:cNvPr>
          <p:cNvSpPr>
            <a:spLocks noGrp="1"/>
          </p:cNvSpPr>
          <p:nvPr>
            <p:ph type="sldNum" sz="quarter" idx="3"/>
          </p:nvPr>
        </p:nvSpPr>
        <p:spPr>
          <a:xfrm>
            <a:off x="4143587" y="9119474"/>
            <a:ext cx="3169920" cy="481726"/>
          </a:xfrm>
          <a:prstGeom prst="rect">
            <a:avLst/>
          </a:prstGeom>
        </p:spPr>
        <p:txBody>
          <a:bodyPr vert="horz" lIns="96661" tIns="48331" rIns="96661" bIns="48331" rtlCol="0" anchor="b"/>
          <a:lstStyle>
            <a:lvl1pPr algn="r">
              <a:defRPr sz="1300"/>
            </a:lvl1pPr>
          </a:lstStyle>
          <a:p>
            <a:fld id="{ACCCA78F-A7C1-2E4F-90DA-73786A2EB1CC}" type="slidenum">
              <a:rPr lang="en-PT" smtClean="0"/>
              <a:t>‹#›</a:t>
            </a:fld>
            <a:endParaRPr lang="en-PT"/>
          </a:p>
        </p:txBody>
      </p:sp>
    </p:spTree>
    <p:extLst>
      <p:ext uri="{BB962C8B-B14F-4D97-AF65-F5344CB8AC3E}">
        <p14:creationId xmlns:p14="http://schemas.microsoft.com/office/powerpoint/2010/main" val="9762039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PT"/>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22C8248A-F490-AD4C-B79F-C68C9213EEA2}" type="datetimeFigureOut">
              <a:rPr lang="en-PT" smtClean="0"/>
              <a:t>10/15/2026</a:t>
            </a:fld>
            <a:endParaRPr lang="en-PT"/>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en-PT"/>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T"/>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en-PT"/>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F2D23699-55DC-BA44-AE31-90E8CBC64BC7}" type="slidenum">
              <a:rPr lang="en-PT" smtClean="0"/>
              <a:t>‹#›</a:t>
            </a:fld>
            <a:endParaRPr lang="en-PT"/>
          </a:p>
        </p:txBody>
      </p:sp>
    </p:spTree>
    <p:extLst>
      <p:ext uri="{BB962C8B-B14F-4D97-AF65-F5344CB8AC3E}">
        <p14:creationId xmlns:p14="http://schemas.microsoft.com/office/powerpoint/2010/main" val="2773256249"/>
      </p:ext>
    </p:extLst>
  </p:cSld>
  <p:clrMap bg1="lt1" tx1="dk1" bg2="lt2" tx2="dk2" accent1="accent1" accent2="accent2" accent3="accent3" accent4="accent4" accent5="accent5" accent6="accent6" hlink="hlink" folHlink="folHlink"/>
  <p:notesStyle>
    <a:lvl1pPr marL="0" algn="l" defTabSz="1828891" rtl="0" eaLnBrk="1" latinLnBrk="0" hangingPunct="1">
      <a:defRPr sz="2400" kern="1200">
        <a:solidFill>
          <a:schemeClr val="tx1"/>
        </a:solidFill>
        <a:latin typeface="+mn-lt"/>
        <a:ea typeface="+mn-ea"/>
        <a:cs typeface="+mn-cs"/>
      </a:defRPr>
    </a:lvl1pPr>
    <a:lvl2pPr marL="914446" algn="l" defTabSz="1828891" rtl="0" eaLnBrk="1" latinLnBrk="0" hangingPunct="1">
      <a:defRPr sz="2400" kern="1200">
        <a:solidFill>
          <a:schemeClr val="tx1"/>
        </a:solidFill>
        <a:latin typeface="+mn-lt"/>
        <a:ea typeface="+mn-ea"/>
        <a:cs typeface="+mn-cs"/>
      </a:defRPr>
    </a:lvl2pPr>
    <a:lvl3pPr marL="1828891" algn="l" defTabSz="1828891" rtl="0" eaLnBrk="1" latinLnBrk="0" hangingPunct="1">
      <a:defRPr sz="2400" kern="1200">
        <a:solidFill>
          <a:schemeClr val="tx1"/>
        </a:solidFill>
        <a:latin typeface="+mn-lt"/>
        <a:ea typeface="+mn-ea"/>
        <a:cs typeface="+mn-cs"/>
      </a:defRPr>
    </a:lvl3pPr>
    <a:lvl4pPr marL="2743337" algn="l" defTabSz="1828891" rtl="0" eaLnBrk="1" latinLnBrk="0" hangingPunct="1">
      <a:defRPr sz="2400" kern="1200">
        <a:solidFill>
          <a:schemeClr val="tx1"/>
        </a:solidFill>
        <a:latin typeface="+mn-lt"/>
        <a:ea typeface="+mn-ea"/>
        <a:cs typeface="+mn-cs"/>
      </a:defRPr>
    </a:lvl4pPr>
    <a:lvl5pPr marL="3657783" algn="l" defTabSz="1828891" rtl="0" eaLnBrk="1" latinLnBrk="0" hangingPunct="1">
      <a:defRPr sz="2400" kern="1200">
        <a:solidFill>
          <a:schemeClr val="tx1"/>
        </a:solidFill>
        <a:latin typeface="+mn-lt"/>
        <a:ea typeface="+mn-ea"/>
        <a:cs typeface="+mn-cs"/>
      </a:defRPr>
    </a:lvl5pPr>
    <a:lvl6pPr marL="4572229" algn="l" defTabSz="1828891" rtl="0" eaLnBrk="1" latinLnBrk="0" hangingPunct="1">
      <a:defRPr sz="2400" kern="1200">
        <a:solidFill>
          <a:schemeClr val="tx1"/>
        </a:solidFill>
        <a:latin typeface="+mn-lt"/>
        <a:ea typeface="+mn-ea"/>
        <a:cs typeface="+mn-cs"/>
      </a:defRPr>
    </a:lvl6pPr>
    <a:lvl7pPr marL="5486674" algn="l" defTabSz="1828891" rtl="0" eaLnBrk="1" latinLnBrk="0" hangingPunct="1">
      <a:defRPr sz="2400" kern="1200">
        <a:solidFill>
          <a:schemeClr val="tx1"/>
        </a:solidFill>
        <a:latin typeface="+mn-lt"/>
        <a:ea typeface="+mn-ea"/>
        <a:cs typeface="+mn-cs"/>
      </a:defRPr>
    </a:lvl7pPr>
    <a:lvl8pPr marL="6401120" algn="l" defTabSz="1828891" rtl="0" eaLnBrk="1" latinLnBrk="0" hangingPunct="1">
      <a:defRPr sz="2400" kern="1200">
        <a:solidFill>
          <a:schemeClr val="tx1"/>
        </a:solidFill>
        <a:latin typeface="+mn-lt"/>
        <a:ea typeface="+mn-ea"/>
        <a:cs typeface="+mn-cs"/>
      </a:defRPr>
    </a:lvl8pPr>
    <a:lvl9pPr marL="7315566" algn="l" defTabSz="1828891" rtl="0" eaLnBrk="1" latinLnBrk="0" hangingPunct="1">
      <a:defRPr sz="2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D1773-984D-7BE9-6EB6-292CA76EEA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B3F420-E1A5-5D38-ADD3-A64660F888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9568FB-8A25-4BC6-F6E1-24804EA7D6E7}"/>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07B97BD4-9CDE-3CAD-F683-9E70294D5F2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D23699-55DC-BA44-AE31-90E8CBC64BC7}" type="slidenum">
              <a:rPr kumimoji="0" lang="en-PT" sz="13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PT" sz="13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042581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45D48-F4E4-7613-B02A-DFAD6A7F7A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FAD5FB-E382-02FA-8793-51F628D7A5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9072E8-4D2A-1A5C-AE70-A3722240E21A}"/>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5C9B2F65-186B-1C23-8D0E-45B1EC90B5E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D23699-55DC-BA44-AE31-90E8CBC64BC7}" type="slidenum">
              <a:rPr kumimoji="0" lang="en-PT" sz="13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PT" sz="13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361210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8493A-C37D-E371-BA32-B2A0E3AF97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1DC4AB-03F7-AEE2-DA38-E6554AD185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566506-A4F7-9CC7-2582-9FD20CFC21C6}"/>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BD629771-20C6-48CE-AA80-6E833BAA097B}"/>
              </a:ext>
            </a:extLst>
          </p:cNvPr>
          <p:cNvSpPr>
            <a:spLocks noGrp="1"/>
          </p:cNvSpPr>
          <p:nvPr>
            <p:ph type="sldNum" sz="quarter" idx="5"/>
          </p:nvPr>
        </p:nvSpPr>
        <p:spPr/>
        <p:txBody>
          <a:bodyPr/>
          <a:lstStyle/>
          <a:p>
            <a:fld id="{F2D23699-55DC-BA44-AE31-90E8CBC64BC7}" type="slidenum">
              <a:rPr lang="en-PT" smtClean="0"/>
              <a:t>9</a:t>
            </a:fld>
            <a:endParaRPr lang="en-PT"/>
          </a:p>
        </p:txBody>
      </p:sp>
    </p:spTree>
    <p:extLst>
      <p:ext uri="{BB962C8B-B14F-4D97-AF65-F5344CB8AC3E}">
        <p14:creationId xmlns:p14="http://schemas.microsoft.com/office/powerpoint/2010/main" val="28277572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652036-3100-463C-8E39-7B36529F9D13}"/>
              </a:ext>
            </a:extLst>
          </p:cNvPr>
          <p:cNvSpPr>
            <a:spLocks noGrp="1" noRot="1" noChangeAspect="1"/>
          </p:cNvSpPr>
          <p:nvPr>
            <p:ph type="sldImg"/>
          </p:nvPr>
        </p:nvSpPr>
        <p:spPr>
          <a:xfrm>
            <a:off x="0" y="0"/>
            <a:ext cx="0" cy="0"/>
          </a:xfrm>
          <a:prstGeom prst="rect">
            <a:avLst/>
          </a:prstGeom>
          <a:noFill/>
          <a:ln>
            <a:noFill/>
            <a:prstDash val="solid"/>
          </a:ln>
        </p:spPr>
      </p:sp>
      <p:sp>
        <p:nvSpPr>
          <p:cNvPr id="3" name="Notes Placeholder 2">
            <a:extLst>
              <a:ext uri="{FF2B5EF4-FFF2-40B4-BE49-F238E27FC236}">
                <a16:creationId xmlns:a16="http://schemas.microsoft.com/office/drawing/2014/main" id="{F006872C-BDA3-11B1-144A-3597C856BE9C}"/>
              </a:ext>
            </a:extLst>
          </p:cNvPr>
          <p:cNvSpPr txBox="1">
            <a:spLocks noGrp="1"/>
          </p:cNvSpPr>
          <p:nvPr>
            <p:ph type="body" idx="1"/>
          </p:nvPr>
        </p:nvSpPr>
        <p:spPr>
          <a:xfrm>
            <a:off x="0" y="0"/>
            <a:ext cx="0" cy="0"/>
          </a:xfrm>
          <a:prstGeom prst="rect">
            <a:avLst/>
          </a:prstGeom>
          <a:noFill/>
          <a:ln>
            <a:noFill/>
          </a:ln>
        </p:spPr>
        <p:txBody>
          <a:bodyPr vert="horz" wrap="square" lIns="96661" tIns="48331" rIns="96661" bIns="48331" anchor="t" anchorCtr="0" compatLnSpc="1">
            <a:noAutofit/>
          </a:bodyPr>
          <a:lstStyle/>
          <a:p>
            <a:pPr lvl="0"/>
            <a:r>
              <a:rPr lang="en-US">
                <a:solidFill>
                  <a:srgbClr val="1C1C1C"/>
                </a:solidFill>
                <a:latin typeface="Figtree SemiBold" pitchFamily="2"/>
                <a:ea typeface="Figtree Bold" pitchFamily="34"/>
              </a:rPr>
              <a:t>Without connectivity our-AI scale data centers will be just big, expensive fridges.</a:t>
            </a:r>
          </a:p>
          <a:p>
            <a:pPr lvl="0"/>
            <a:endParaRPr lang="en-US">
              <a:solidFill>
                <a:srgbClr val="1C1C1C"/>
              </a:solidFill>
              <a:latin typeface="Figtree SemiBold" pitchFamily="2"/>
              <a:ea typeface="Figtree Bold" pitchFamily="34"/>
            </a:endParaRPr>
          </a:p>
          <a:p>
            <a:pPr lvl="0"/>
            <a:r>
              <a:rPr lang="en-US">
                <a:solidFill>
                  <a:srgbClr val="000000"/>
                </a:solidFill>
                <a:latin typeface="Aptos"/>
                <a:ea typeface="Figtree Bold" pitchFamily="34"/>
              </a:rPr>
              <a:t>We would like to t</a:t>
            </a:r>
            <a:r>
              <a:rPr lang="en-US">
                <a:solidFill>
                  <a:srgbClr val="000000"/>
                </a:solidFill>
                <a:latin typeface="Aptos"/>
              </a:rPr>
              <a:t>hank De-CIX, EXA, </a:t>
            </a:r>
            <a:r>
              <a:rPr lang="en-US" err="1">
                <a:solidFill>
                  <a:srgbClr val="000000"/>
                </a:solidFill>
                <a:latin typeface="Aptos"/>
              </a:rPr>
              <a:t>Ellalink</a:t>
            </a:r>
            <a:r>
              <a:rPr lang="en-US">
                <a:solidFill>
                  <a:srgbClr val="000000"/>
                </a:solidFill>
                <a:latin typeface="Aptos"/>
              </a:rPr>
              <a:t> and other partners who are already connected to our facility.</a:t>
            </a:r>
          </a:p>
          <a:p>
            <a:pPr lvl="0"/>
            <a:endParaRPr lang="en-US">
              <a:solidFill>
                <a:srgbClr val="1C1C1C"/>
              </a:solidFill>
              <a:latin typeface="Figtree SemiBold" pitchFamily="2"/>
              <a:ea typeface="Figtree Bold" pitchFamily="34"/>
            </a:endParaRPr>
          </a:p>
          <a:p>
            <a:pPr lvl="0"/>
            <a:r>
              <a:rPr lang="en-US">
                <a:solidFill>
                  <a:srgbClr val="1C1C1C"/>
                </a:solidFill>
                <a:latin typeface="Figtree SemiBold" pitchFamily="2"/>
                <a:ea typeface="Figtree Bold" pitchFamily="34"/>
              </a:rPr>
              <a:t>We need the help of wider connectivity community to continue the development of the subsea and terrestrial networks to help Portugal become the leading European Data hub for the future</a:t>
            </a:r>
          </a:p>
          <a:p>
            <a:pPr lvl="0"/>
            <a:endParaRPr lang="en-US">
              <a:solidFill>
                <a:srgbClr val="1C1C1C"/>
              </a:solidFill>
              <a:latin typeface="Figtree SemiBold" pitchFamily="2"/>
              <a:ea typeface="Figtree Bold" pitchFamily="34"/>
            </a:endParaRPr>
          </a:p>
          <a:p>
            <a:pPr lvl="0"/>
            <a:r>
              <a:rPr lang="en-US">
                <a:solidFill>
                  <a:srgbClr val="1C1C1C"/>
                </a:solidFill>
                <a:latin typeface="Figtree SemiBold" pitchFamily="2"/>
                <a:ea typeface="Figtree Bold" pitchFamily="34"/>
              </a:rPr>
              <a:t>In order to deliver this new generation of AI scale facilities we need to work together and continue to think big</a:t>
            </a:r>
            <a:endParaRPr lang="en-US">
              <a:solidFill>
                <a:srgbClr val="000000"/>
              </a:solidFill>
              <a:latin typeface="Figtree SemiBold" pitchFamily="2"/>
            </a:endParaRPr>
          </a:p>
        </p:txBody>
      </p:sp>
      <p:sp>
        <p:nvSpPr>
          <p:cNvPr id="4" name="Slide Number Placeholder 3">
            <a:extLst>
              <a:ext uri="{FF2B5EF4-FFF2-40B4-BE49-F238E27FC236}">
                <a16:creationId xmlns:a16="http://schemas.microsoft.com/office/drawing/2014/main" id="{63591BC2-9601-D748-4084-64B3C15878FC}"/>
              </a:ext>
            </a:extLst>
          </p:cNvPr>
          <p:cNvSpPr txBox="1">
            <a:spLocks noGrp="1"/>
          </p:cNvSpPr>
          <p:nvPr>
            <p:ph type="sldNum" sz="quarter" idx="8"/>
          </p:nvPr>
        </p:nvSpPr>
        <p:spPr>
          <a:xfrm>
            <a:off x="0" y="0"/>
            <a:ext cx="0" cy="0"/>
          </a:xfrm>
          <a:prstGeom prst="rect">
            <a:avLst/>
          </a:prstGeom>
          <a:noFill/>
          <a:ln>
            <a:noFill/>
          </a:ln>
        </p:spPr>
        <p:txBody>
          <a:bodyPr vert="horz" wrap="square" lIns="96661" tIns="48331" rIns="96661" bIns="48331" anchor="t" anchorCtr="0" compatLnSpc="1">
            <a:noAutofit/>
          </a:bodyPr>
          <a:lstStyle/>
          <a:p>
            <a:pPr lvl="0"/>
            <a:fld id="{3D00768A-5436-DB40-89E4-7A4C59426D25}" type="slidenum">
              <a:t>10</a:t>
            </a:fld>
            <a:endParaRPr lang="en-US">
              <a:solidFill>
                <a:srgbClr val="000000"/>
              </a:solidFill>
              <a:latin typeface="Apto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7.svg"/><Relationship Id="rId13" Type="http://schemas.openxmlformats.org/officeDocument/2006/relationships/image" Target="../media/image12.svg"/><Relationship Id="rId3" Type="http://schemas.openxmlformats.org/officeDocument/2006/relationships/image" Target="../media/image2.png"/><Relationship Id="rId7" Type="http://schemas.openxmlformats.org/officeDocument/2006/relationships/image" Target="../media/image6.svg"/><Relationship Id="rId12" Type="http://schemas.openxmlformats.org/officeDocument/2006/relationships/image" Target="../media/image11.svg"/><Relationship Id="rId2" Type="http://schemas.openxmlformats.org/officeDocument/2006/relationships/image" Target="../media/image15.png"/><Relationship Id="rId1" Type="http://schemas.openxmlformats.org/officeDocument/2006/relationships/slideMaster" Target="../slideMasters/slideMaster3.xml"/><Relationship Id="rId6" Type="http://schemas.openxmlformats.org/officeDocument/2006/relationships/image" Target="../media/image5.sv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svg"/><Relationship Id="rId14" Type="http://schemas.openxmlformats.org/officeDocument/2006/relationships/image" Target="../media/image13.svg"/></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22.svg"/><Relationship Id="rId13" Type="http://schemas.openxmlformats.org/officeDocument/2006/relationships/image" Target="../media/image27.svg"/><Relationship Id="rId3" Type="http://schemas.openxmlformats.org/officeDocument/2006/relationships/image" Target="../media/image17.svg"/><Relationship Id="rId7" Type="http://schemas.openxmlformats.org/officeDocument/2006/relationships/image" Target="../media/image21.svg"/><Relationship Id="rId12" Type="http://schemas.openxmlformats.org/officeDocument/2006/relationships/image" Target="../media/image26.svg"/><Relationship Id="rId2" Type="http://schemas.openxmlformats.org/officeDocument/2006/relationships/image" Target="../media/image16.png"/><Relationship Id="rId1" Type="http://schemas.openxmlformats.org/officeDocument/2006/relationships/slideMaster" Target="../slideMasters/slideMaster3.xml"/><Relationship Id="rId6" Type="http://schemas.openxmlformats.org/officeDocument/2006/relationships/image" Target="../media/image20.svg"/><Relationship Id="rId11" Type="http://schemas.openxmlformats.org/officeDocument/2006/relationships/image" Target="../media/image25.svg"/><Relationship Id="rId5" Type="http://schemas.openxmlformats.org/officeDocument/2006/relationships/image" Target="../media/image19.svg"/><Relationship Id="rId15" Type="http://schemas.openxmlformats.org/officeDocument/2006/relationships/image" Target="../media/image29.jpeg"/><Relationship Id="rId10" Type="http://schemas.openxmlformats.org/officeDocument/2006/relationships/image" Target="../media/image24.svg"/><Relationship Id="rId4" Type="http://schemas.openxmlformats.org/officeDocument/2006/relationships/image" Target="../media/image18.svg"/><Relationship Id="rId9" Type="http://schemas.openxmlformats.org/officeDocument/2006/relationships/image" Target="../media/image23.svg"/><Relationship Id="rId14" Type="http://schemas.openxmlformats.org/officeDocument/2006/relationships/image" Target="../media/image28.pn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22.svg"/><Relationship Id="rId13" Type="http://schemas.openxmlformats.org/officeDocument/2006/relationships/image" Target="../media/image27.svg"/><Relationship Id="rId3" Type="http://schemas.openxmlformats.org/officeDocument/2006/relationships/image" Target="../media/image17.svg"/><Relationship Id="rId7" Type="http://schemas.openxmlformats.org/officeDocument/2006/relationships/image" Target="../media/image21.svg"/><Relationship Id="rId12" Type="http://schemas.openxmlformats.org/officeDocument/2006/relationships/image" Target="../media/image26.svg"/><Relationship Id="rId2" Type="http://schemas.openxmlformats.org/officeDocument/2006/relationships/image" Target="../media/image16.png"/><Relationship Id="rId1" Type="http://schemas.openxmlformats.org/officeDocument/2006/relationships/slideMaster" Target="../slideMasters/slideMaster3.xml"/><Relationship Id="rId6" Type="http://schemas.openxmlformats.org/officeDocument/2006/relationships/image" Target="../media/image20.svg"/><Relationship Id="rId11" Type="http://schemas.openxmlformats.org/officeDocument/2006/relationships/image" Target="../media/image25.svg"/><Relationship Id="rId5" Type="http://schemas.openxmlformats.org/officeDocument/2006/relationships/image" Target="../media/image19.svg"/><Relationship Id="rId10" Type="http://schemas.openxmlformats.org/officeDocument/2006/relationships/image" Target="../media/image24.svg"/><Relationship Id="rId4" Type="http://schemas.openxmlformats.org/officeDocument/2006/relationships/image" Target="../media/image18.svg"/><Relationship Id="rId9" Type="http://schemas.openxmlformats.org/officeDocument/2006/relationships/image" Target="../media/image23.svg"/></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emf"/><Relationship Id="rId1" Type="http://schemas.openxmlformats.org/officeDocument/2006/relationships/slideMaster" Target="../slideMasters/slideMaster3.xml"/><Relationship Id="rId4" Type="http://schemas.openxmlformats.org/officeDocument/2006/relationships/image" Target="../media/image30.jpe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slideMaster" Target="../slideMasters/slideMaster3.xml"/><Relationship Id="rId1" Type="http://schemas.openxmlformats.org/officeDocument/2006/relationships/themeOverride" Target="../theme/themeOverride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8" Type="http://schemas.openxmlformats.org/officeDocument/2006/relationships/image" Target="../media/image7.svg"/><Relationship Id="rId13" Type="http://schemas.openxmlformats.org/officeDocument/2006/relationships/image" Target="../media/image12.svg"/><Relationship Id="rId3" Type="http://schemas.openxmlformats.org/officeDocument/2006/relationships/image" Target="../media/image2.png"/><Relationship Id="rId7" Type="http://schemas.openxmlformats.org/officeDocument/2006/relationships/image" Target="../media/image6.svg"/><Relationship Id="rId12" Type="http://schemas.openxmlformats.org/officeDocument/2006/relationships/image" Target="../media/image11.svg"/><Relationship Id="rId2" Type="http://schemas.openxmlformats.org/officeDocument/2006/relationships/image" Target="../media/image15.png"/><Relationship Id="rId1" Type="http://schemas.openxmlformats.org/officeDocument/2006/relationships/slideMaster" Target="../slideMasters/slideMaster3.xml"/><Relationship Id="rId6" Type="http://schemas.openxmlformats.org/officeDocument/2006/relationships/image" Target="../media/image5.sv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svg"/><Relationship Id="rId14" Type="http://schemas.openxmlformats.org/officeDocument/2006/relationships/image" Target="../media/image13.svg"/></Relationships>
</file>

<file path=ppt/slideLayouts/_rels/slideLayout24.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3.svg"/><Relationship Id="rId3" Type="http://schemas.openxmlformats.org/officeDocument/2006/relationships/image" Target="../media/image3.svg"/><Relationship Id="rId7" Type="http://schemas.openxmlformats.org/officeDocument/2006/relationships/image" Target="../media/image7.svg"/><Relationship Id="rId12" Type="http://schemas.openxmlformats.org/officeDocument/2006/relationships/image" Target="../media/image12.svg"/><Relationship Id="rId2" Type="http://schemas.openxmlformats.org/officeDocument/2006/relationships/image" Target="../media/image35.png"/><Relationship Id="rId1" Type="http://schemas.openxmlformats.org/officeDocument/2006/relationships/slideMaster" Target="../slideMasters/slideMaster3.xml"/><Relationship Id="rId6" Type="http://schemas.openxmlformats.org/officeDocument/2006/relationships/image" Target="../media/image6.svg"/><Relationship Id="rId11" Type="http://schemas.openxmlformats.org/officeDocument/2006/relationships/image" Target="../media/image11.svg"/><Relationship Id="rId5" Type="http://schemas.openxmlformats.org/officeDocument/2006/relationships/image" Target="../media/image5.sv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svg"/></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emf"/><Relationship Id="rId1" Type="http://schemas.openxmlformats.org/officeDocument/2006/relationships/slideMaster" Target="../slideMasters/slideMaster3.xml"/><Relationship Id="rId4" Type="http://schemas.openxmlformats.org/officeDocument/2006/relationships/image" Target="../media/image36.jpe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slideMaster" Target="../slideMasters/slideMaster3.xml"/><Relationship Id="rId1" Type="http://schemas.openxmlformats.org/officeDocument/2006/relationships/themeOverride" Target="../theme/themeOverride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28.png"/><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9.png"/><Relationship Id="rId1" Type="http://schemas.openxmlformats.org/officeDocument/2006/relationships/slideMaster" Target="../slideMasters/slideMaster6.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28.png"/><Relationship Id="rId1" Type="http://schemas.openxmlformats.org/officeDocument/2006/relationships/slideMaster" Target="../slideMasters/slideMaster6.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8281415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048397" y="2244726"/>
            <a:ext cx="18290381" cy="4775200"/>
          </a:xfrm>
        </p:spPr>
        <p:txBody>
          <a:bodyPr anchor="b"/>
          <a:lstStyle>
            <a:lvl1pPr algn="ctr">
              <a:defRPr sz="12000"/>
            </a:lvl1pPr>
          </a:lstStyle>
          <a:p>
            <a:r>
              <a:rPr lang="en-GB"/>
              <a:t>Click to edit Master title style</a:t>
            </a:r>
            <a:endParaRPr lang="en-US"/>
          </a:p>
        </p:txBody>
      </p:sp>
      <p:sp>
        <p:nvSpPr>
          <p:cNvPr id="3" name="Subtitle 2"/>
          <p:cNvSpPr>
            <a:spLocks noGrp="1"/>
          </p:cNvSpPr>
          <p:nvPr>
            <p:ph type="subTitle" idx="1"/>
          </p:nvPr>
        </p:nvSpPr>
        <p:spPr>
          <a:xfrm>
            <a:off x="3048397" y="7204076"/>
            <a:ext cx="18290381" cy="3311524"/>
          </a:xfrm>
        </p:spPr>
        <p:txBody>
          <a:bodyPr/>
          <a:lstStyle>
            <a:lvl1pPr marL="0" indent="0" algn="ctr">
              <a:buNone/>
              <a:defRPr sz="4800"/>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C764DE79-268F-4C1A-8933-263129D2AF90}"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A77E54-165B-A847-AA47-6003AD81C543}" type="slidenum">
              <a:rPr lang="en-PT" smtClean="0"/>
              <a:pPr/>
              <a:t>‹#›</a:t>
            </a:fld>
            <a:endParaRPr lang="en-PT"/>
          </a:p>
        </p:txBody>
      </p:sp>
    </p:spTree>
    <p:extLst>
      <p:ext uri="{BB962C8B-B14F-4D97-AF65-F5344CB8AC3E}">
        <p14:creationId xmlns:p14="http://schemas.microsoft.com/office/powerpoint/2010/main" val="3881373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C764DE79-268F-4C1A-8933-263129D2AF90}"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A77E54-165B-A847-AA47-6003AD81C543}" type="slidenum">
              <a:rPr lang="en-PT" smtClean="0"/>
              <a:pPr/>
              <a:t>‹#›</a:t>
            </a:fld>
            <a:endParaRPr lang="en-PT"/>
          </a:p>
        </p:txBody>
      </p:sp>
    </p:spTree>
    <p:extLst>
      <p:ext uri="{BB962C8B-B14F-4D97-AF65-F5344CB8AC3E}">
        <p14:creationId xmlns:p14="http://schemas.microsoft.com/office/powerpoint/2010/main" val="24160822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663917" y="3419477"/>
            <a:ext cx="21033938" cy="5705474"/>
          </a:xfrm>
        </p:spPr>
        <p:txBody>
          <a:bodyPr anchor="b"/>
          <a:lstStyle>
            <a:lvl1pPr>
              <a:defRPr sz="12000"/>
            </a:lvl1pPr>
          </a:lstStyle>
          <a:p>
            <a:r>
              <a:rPr lang="en-GB"/>
              <a:t>Click to edit Master title style</a:t>
            </a:r>
            <a:endParaRPr lang="en-US"/>
          </a:p>
        </p:txBody>
      </p:sp>
      <p:sp>
        <p:nvSpPr>
          <p:cNvPr id="3" name="Text Placeholder 2"/>
          <p:cNvSpPr>
            <a:spLocks noGrp="1"/>
          </p:cNvSpPr>
          <p:nvPr>
            <p:ph type="body" idx="1"/>
          </p:nvPr>
        </p:nvSpPr>
        <p:spPr>
          <a:xfrm>
            <a:off x="1663917" y="9178927"/>
            <a:ext cx="21033938" cy="3000374"/>
          </a:xfrm>
        </p:spPr>
        <p:txBody>
          <a:bodyPr/>
          <a:lstStyle>
            <a:lvl1pPr marL="0" indent="0">
              <a:buNone/>
              <a:defRPr sz="4800">
                <a:solidFill>
                  <a:schemeClr val="tx1">
                    <a:tint val="82000"/>
                  </a:schemeClr>
                </a:solidFill>
              </a:defRPr>
            </a:lvl1pPr>
            <a:lvl2pPr marL="914400" indent="0">
              <a:buNone/>
              <a:defRPr sz="4000">
                <a:solidFill>
                  <a:schemeClr val="tx1">
                    <a:tint val="82000"/>
                  </a:schemeClr>
                </a:solidFill>
              </a:defRPr>
            </a:lvl2pPr>
            <a:lvl3pPr marL="1828800" indent="0">
              <a:buNone/>
              <a:defRPr sz="3600">
                <a:solidFill>
                  <a:schemeClr val="tx1">
                    <a:tint val="82000"/>
                  </a:schemeClr>
                </a:solidFill>
              </a:defRPr>
            </a:lvl3pPr>
            <a:lvl4pPr marL="2743200" indent="0">
              <a:buNone/>
              <a:defRPr sz="3200">
                <a:solidFill>
                  <a:schemeClr val="tx1">
                    <a:tint val="82000"/>
                  </a:schemeClr>
                </a:solidFill>
              </a:defRPr>
            </a:lvl4pPr>
            <a:lvl5pPr marL="3657600" indent="0">
              <a:buNone/>
              <a:defRPr sz="3200">
                <a:solidFill>
                  <a:schemeClr val="tx1">
                    <a:tint val="82000"/>
                  </a:schemeClr>
                </a:solidFill>
              </a:defRPr>
            </a:lvl5pPr>
            <a:lvl6pPr marL="4572000" indent="0">
              <a:buNone/>
              <a:defRPr sz="3200">
                <a:solidFill>
                  <a:schemeClr val="tx1">
                    <a:tint val="82000"/>
                  </a:schemeClr>
                </a:solidFill>
              </a:defRPr>
            </a:lvl6pPr>
            <a:lvl7pPr marL="5486400" indent="0">
              <a:buNone/>
              <a:defRPr sz="3200">
                <a:solidFill>
                  <a:schemeClr val="tx1">
                    <a:tint val="82000"/>
                  </a:schemeClr>
                </a:solidFill>
              </a:defRPr>
            </a:lvl7pPr>
            <a:lvl8pPr marL="6400800" indent="0">
              <a:buNone/>
              <a:defRPr sz="3200">
                <a:solidFill>
                  <a:schemeClr val="tx1">
                    <a:tint val="82000"/>
                  </a:schemeClr>
                </a:solidFill>
              </a:defRPr>
            </a:lvl8pPr>
            <a:lvl9pPr marL="7315200" indent="0">
              <a:buNone/>
              <a:defRPr sz="32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A77E54-165B-A847-AA47-6003AD81C543}" type="slidenum">
              <a:rPr lang="en-PT" smtClean="0"/>
              <a:pPr/>
              <a:t>‹#›</a:t>
            </a:fld>
            <a:endParaRPr lang="en-PT"/>
          </a:p>
        </p:txBody>
      </p:sp>
    </p:spTree>
    <p:extLst>
      <p:ext uri="{BB962C8B-B14F-4D97-AF65-F5344CB8AC3E}">
        <p14:creationId xmlns:p14="http://schemas.microsoft.com/office/powerpoint/2010/main" val="16763854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1676618" y="3651250"/>
            <a:ext cx="10364549" cy="870267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12346008" y="3651250"/>
            <a:ext cx="10364549" cy="870267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C764DE79-268F-4C1A-8933-263129D2AF90}" type="datetimeFigureOut">
              <a:rPr lang="en-US" smtClean="0"/>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A77E54-165B-A847-AA47-6003AD81C543}" type="slidenum">
              <a:rPr lang="en-PT" smtClean="0"/>
              <a:pPr/>
              <a:t>‹#›</a:t>
            </a:fld>
            <a:endParaRPr lang="en-PT"/>
          </a:p>
        </p:txBody>
      </p:sp>
    </p:spTree>
    <p:extLst>
      <p:ext uri="{BB962C8B-B14F-4D97-AF65-F5344CB8AC3E}">
        <p14:creationId xmlns:p14="http://schemas.microsoft.com/office/powerpoint/2010/main" val="30567965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79795" y="730251"/>
            <a:ext cx="21033938" cy="2651126"/>
          </a:xfrm>
        </p:spPr>
        <p:txBody>
          <a:bodyPr/>
          <a:lstStyle/>
          <a:p>
            <a:r>
              <a:rPr lang="en-GB"/>
              <a:t>Click to edit Master title style</a:t>
            </a:r>
            <a:endParaRPr lang="en-US"/>
          </a:p>
        </p:txBody>
      </p:sp>
      <p:sp>
        <p:nvSpPr>
          <p:cNvPr id="3" name="Text Placeholder 2"/>
          <p:cNvSpPr>
            <a:spLocks noGrp="1"/>
          </p:cNvSpPr>
          <p:nvPr>
            <p:ph type="body" idx="1"/>
          </p:nvPr>
        </p:nvSpPr>
        <p:spPr>
          <a:xfrm>
            <a:off x="1679796" y="3362326"/>
            <a:ext cx="10316917" cy="1647824"/>
          </a:xfr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GB"/>
              <a:t>Click to edit Master text styles</a:t>
            </a:r>
          </a:p>
        </p:txBody>
      </p:sp>
      <p:sp>
        <p:nvSpPr>
          <p:cNvPr id="4" name="Content Placeholder 3"/>
          <p:cNvSpPr>
            <a:spLocks noGrp="1"/>
          </p:cNvSpPr>
          <p:nvPr>
            <p:ph sz="half" idx="2"/>
          </p:nvPr>
        </p:nvSpPr>
        <p:spPr>
          <a:xfrm>
            <a:off x="1679796" y="5010150"/>
            <a:ext cx="10316917" cy="736917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12346007" y="3362326"/>
            <a:ext cx="10367726" cy="1647824"/>
          </a:xfr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GB"/>
              <a:t>Click to edit Master text styles</a:t>
            </a:r>
          </a:p>
        </p:txBody>
      </p:sp>
      <p:sp>
        <p:nvSpPr>
          <p:cNvPr id="6" name="Content Placeholder 5"/>
          <p:cNvSpPr>
            <a:spLocks noGrp="1"/>
          </p:cNvSpPr>
          <p:nvPr>
            <p:ph sz="quarter" idx="4"/>
          </p:nvPr>
        </p:nvSpPr>
        <p:spPr>
          <a:xfrm>
            <a:off x="12346007" y="5010150"/>
            <a:ext cx="10367726" cy="736917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C764DE79-268F-4C1A-8933-263129D2AF90}" type="datetimeFigureOut">
              <a:rPr lang="en-US" smtClean="0"/>
              <a:t>10/15/2026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AA77E54-165B-A847-AA47-6003AD81C543}" type="slidenum">
              <a:rPr lang="en-PT" smtClean="0"/>
              <a:pPr/>
              <a:t>‹#›</a:t>
            </a:fld>
            <a:endParaRPr lang="en-PT"/>
          </a:p>
        </p:txBody>
      </p:sp>
    </p:spTree>
    <p:extLst>
      <p:ext uri="{BB962C8B-B14F-4D97-AF65-F5344CB8AC3E}">
        <p14:creationId xmlns:p14="http://schemas.microsoft.com/office/powerpoint/2010/main" val="2144667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C764DE79-268F-4C1A-8933-263129D2AF90}" type="datetimeFigureOut">
              <a:rPr lang="en-US" smtClean="0"/>
              <a:t>10/15/2026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AA77E54-165B-A847-AA47-6003AD81C543}" type="slidenum">
              <a:rPr lang="en-PT" smtClean="0"/>
              <a:pPr/>
              <a:t>‹#›</a:t>
            </a:fld>
            <a:endParaRPr lang="en-PT"/>
          </a:p>
        </p:txBody>
      </p:sp>
    </p:spTree>
    <p:extLst>
      <p:ext uri="{BB962C8B-B14F-4D97-AF65-F5344CB8AC3E}">
        <p14:creationId xmlns:p14="http://schemas.microsoft.com/office/powerpoint/2010/main" val="432725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10/15/2026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AA77E54-165B-A847-AA47-6003AD81C543}" type="slidenum">
              <a:rPr lang="en-PT" smtClean="0"/>
              <a:pPr/>
              <a:t>‹#›</a:t>
            </a:fld>
            <a:endParaRPr lang="en-PT"/>
          </a:p>
        </p:txBody>
      </p:sp>
    </p:spTree>
    <p:extLst>
      <p:ext uri="{BB962C8B-B14F-4D97-AF65-F5344CB8AC3E}">
        <p14:creationId xmlns:p14="http://schemas.microsoft.com/office/powerpoint/2010/main" val="23555826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796" y="914400"/>
            <a:ext cx="7865498" cy="3200400"/>
          </a:xfrm>
        </p:spPr>
        <p:txBody>
          <a:bodyPr anchor="b"/>
          <a:lstStyle>
            <a:lvl1pPr>
              <a:defRPr sz="6400"/>
            </a:lvl1pPr>
          </a:lstStyle>
          <a:p>
            <a:r>
              <a:rPr lang="en-GB"/>
              <a:t>Click to edit Master title style</a:t>
            </a:r>
            <a:endParaRPr lang="en-US"/>
          </a:p>
        </p:txBody>
      </p:sp>
      <p:sp>
        <p:nvSpPr>
          <p:cNvPr id="3" name="Content Placeholder 2"/>
          <p:cNvSpPr>
            <a:spLocks noGrp="1"/>
          </p:cNvSpPr>
          <p:nvPr>
            <p:ph idx="1"/>
          </p:nvPr>
        </p:nvSpPr>
        <p:spPr>
          <a:xfrm>
            <a:off x="10367726" y="1974851"/>
            <a:ext cx="12346007" cy="9747250"/>
          </a:xfrm>
        </p:spPr>
        <p:txBody>
          <a:bodyPr/>
          <a:lstStyle>
            <a:lvl1pPr>
              <a:defRPr sz="6400"/>
            </a:lvl1pPr>
            <a:lvl2pPr>
              <a:defRPr sz="5600"/>
            </a:lvl2pPr>
            <a:lvl3pPr>
              <a:defRPr sz="4800"/>
            </a:lvl3pPr>
            <a:lvl4pPr>
              <a:defRPr sz="4000"/>
            </a:lvl4pPr>
            <a:lvl5pPr>
              <a:defRPr sz="4000"/>
            </a:lvl5pPr>
            <a:lvl6pPr>
              <a:defRPr sz="4000"/>
            </a:lvl6pPr>
            <a:lvl7pPr>
              <a:defRPr sz="4000"/>
            </a:lvl7pPr>
            <a:lvl8pPr>
              <a:defRPr sz="4000"/>
            </a:lvl8pPr>
            <a:lvl9pPr>
              <a:defRPr sz="4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1679796" y="4114800"/>
            <a:ext cx="7865498" cy="7623176"/>
          </a:xfr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GB"/>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A77E54-165B-A847-AA47-6003AD81C543}" type="slidenum">
              <a:rPr lang="en-PT" smtClean="0"/>
              <a:pPr/>
              <a:t>‹#›</a:t>
            </a:fld>
            <a:endParaRPr lang="en-PT"/>
          </a:p>
        </p:txBody>
      </p:sp>
    </p:spTree>
    <p:extLst>
      <p:ext uri="{BB962C8B-B14F-4D97-AF65-F5344CB8AC3E}">
        <p14:creationId xmlns:p14="http://schemas.microsoft.com/office/powerpoint/2010/main" val="28900658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796" y="914400"/>
            <a:ext cx="7865498" cy="3200400"/>
          </a:xfrm>
        </p:spPr>
        <p:txBody>
          <a:bodyPr anchor="b"/>
          <a:lstStyle>
            <a:lvl1pPr>
              <a:defRPr sz="6400"/>
            </a:lvl1pPr>
          </a:lstStyle>
          <a:p>
            <a:r>
              <a:rPr lang="en-GB"/>
              <a:t>Click to edit Master title style</a:t>
            </a:r>
            <a:endParaRPr lang="en-US"/>
          </a:p>
        </p:txBody>
      </p:sp>
      <p:sp>
        <p:nvSpPr>
          <p:cNvPr id="3" name="Picture Placeholder 2"/>
          <p:cNvSpPr>
            <a:spLocks noGrp="1" noChangeAspect="1"/>
          </p:cNvSpPr>
          <p:nvPr>
            <p:ph type="pic" idx="1"/>
          </p:nvPr>
        </p:nvSpPr>
        <p:spPr>
          <a:xfrm>
            <a:off x="10367726" y="1974851"/>
            <a:ext cx="12346007" cy="9747250"/>
          </a:xfrm>
        </p:spPr>
        <p:txBody>
          <a:bodyPr anchor="t"/>
          <a:lstStyle>
            <a:lvl1pPr marL="0" indent="0">
              <a:buNone/>
              <a:defRPr sz="6400"/>
            </a:lvl1pPr>
            <a:lvl2pPr marL="914400" indent="0">
              <a:buNone/>
              <a:defRPr sz="5600"/>
            </a:lvl2pPr>
            <a:lvl3pPr marL="1828800" indent="0">
              <a:buNone/>
              <a:defRPr sz="4800"/>
            </a:lvl3pPr>
            <a:lvl4pPr marL="2743200" indent="0">
              <a:buNone/>
              <a:defRPr sz="4000"/>
            </a:lvl4pPr>
            <a:lvl5pPr marL="3657600" indent="0">
              <a:buNone/>
              <a:defRPr sz="4000"/>
            </a:lvl5pPr>
            <a:lvl6pPr marL="4572000" indent="0">
              <a:buNone/>
              <a:defRPr sz="4000"/>
            </a:lvl6pPr>
            <a:lvl7pPr marL="5486400" indent="0">
              <a:buNone/>
              <a:defRPr sz="4000"/>
            </a:lvl7pPr>
            <a:lvl8pPr marL="6400800" indent="0">
              <a:buNone/>
              <a:defRPr sz="4000"/>
            </a:lvl8pPr>
            <a:lvl9pPr marL="7315200" indent="0">
              <a:buNone/>
              <a:defRPr sz="4000"/>
            </a:lvl9pPr>
          </a:lstStyle>
          <a:p>
            <a:r>
              <a:rPr lang="en-GB"/>
              <a:t>Click icon to add picture</a:t>
            </a:r>
            <a:endParaRPr lang="en-US"/>
          </a:p>
        </p:txBody>
      </p:sp>
      <p:sp>
        <p:nvSpPr>
          <p:cNvPr id="4" name="Text Placeholder 3"/>
          <p:cNvSpPr>
            <a:spLocks noGrp="1"/>
          </p:cNvSpPr>
          <p:nvPr>
            <p:ph type="body" sz="half" idx="2"/>
          </p:nvPr>
        </p:nvSpPr>
        <p:spPr>
          <a:xfrm>
            <a:off x="1679796" y="4114800"/>
            <a:ext cx="7865498" cy="7623176"/>
          </a:xfr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GB"/>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A77E54-165B-A847-AA47-6003AD81C543}" type="slidenum">
              <a:rPr lang="en-PT" smtClean="0"/>
              <a:pPr/>
              <a:t>‹#›</a:t>
            </a:fld>
            <a:endParaRPr lang="en-PT"/>
          </a:p>
        </p:txBody>
      </p:sp>
    </p:spTree>
    <p:extLst>
      <p:ext uri="{BB962C8B-B14F-4D97-AF65-F5344CB8AC3E}">
        <p14:creationId xmlns:p14="http://schemas.microsoft.com/office/powerpoint/2010/main" val="37683424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C764DE79-268F-4C1A-8933-263129D2AF90}"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A77E54-165B-A847-AA47-6003AD81C543}" type="slidenum">
              <a:rPr lang="en-PT" smtClean="0"/>
              <a:pPr/>
              <a:t>‹#›</a:t>
            </a:fld>
            <a:endParaRPr lang="en-PT"/>
          </a:p>
        </p:txBody>
      </p:sp>
    </p:spTree>
    <p:extLst>
      <p:ext uri="{BB962C8B-B14F-4D97-AF65-F5344CB8AC3E}">
        <p14:creationId xmlns:p14="http://schemas.microsoft.com/office/powerpoint/2010/main" val="19590242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7452072" y="730250"/>
            <a:ext cx="5258485" cy="11623676"/>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1676618" y="730250"/>
            <a:ext cx="15470614" cy="11623676"/>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C764DE79-268F-4C1A-8933-263129D2AF90}"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A77E54-165B-A847-AA47-6003AD81C543}" type="slidenum">
              <a:rPr lang="en-PT" smtClean="0"/>
              <a:pPr/>
              <a:t>‹#›</a:t>
            </a:fld>
            <a:endParaRPr lang="en-PT"/>
          </a:p>
        </p:txBody>
      </p:sp>
    </p:spTree>
    <p:extLst>
      <p:ext uri="{BB962C8B-B14F-4D97-AF65-F5344CB8AC3E}">
        <p14:creationId xmlns:p14="http://schemas.microsoft.com/office/powerpoint/2010/main" val="38375770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DEFAULT">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29050227"/>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0A3638"/>
        </a:solidFill>
        <a:effectLst/>
      </p:bgPr>
    </p:bg>
    <p:spTree>
      <p:nvGrpSpPr>
        <p:cNvPr id="1" name=""/>
        <p:cNvGrpSpPr/>
        <p:nvPr/>
      </p:nvGrpSpPr>
      <p:grpSpPr>
        <a:xfrm>
          <a:off x="0" y="0"/>
          <a:ext cx="0" cy="0"/>
          <a:chOff x="0" y="0"/>
          <a:chExt cx="0" cy="0"/>
        </a:xfrm>
      </p:grpSpPr>
      <p:pic>
        <p:nvPicPr>
          <p:cNvPr id="3" name="Image 0" descr=" ">
            <a:extLst>
              <a:ext uri="{FF2B5EF4-FFF2-40B4-BE49-F238E27FC236}">
                <a16:creationId xmlns:a16="http://schemas.microsoft.com/office/drawing/2014/main" id="{89A0114B-9188-BB50-1100-E5E0337D5828}"/>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1569100"/>
            <a:ext cx="24387175" cy="12146900"/>
          </a:xfrm>
          <a:prstGeom prst="rect">
            <a:avLst/>
          </a:prstGeom>
        </p:spPr>
      </p:pic>
      <p:grpSp>
        <p:nvGrpSpPr>
          <p:cNvPr id="4" name="Group 3">
            <a:extLst>
              <a:ext uri="{FF2B5EF4-FFF2-40B4-BE49-F238E27FC236}">
                <a16:creationId xmlns:a16="http://schemas.microsoft.com/office/drawing/2014/main" id="{E155C552-D615-F422-29EA-216F9BE7427D}"/>
              </a:ext>
            </a:extLst>
          </p:cNvPr>
          <p:cNvGrpSpPr>
            <a:grpSpLocks noChangeAspect="1"/>
          </p:cNvGrpSpPr>
          <p:nvPr userDrawn="1"/>
        </p:nvGrpSpPr>
        <p:grpSpPr>
          <a:xfrm>
            <a:off x="8648511" y="5903598"/>
            <a:ext cx="7090154" cy="1908804"/>
            <a:chOff x="8648640" y="5677688"/>
            <a:chExt cx="7088627" cy="2349401"/>
          </a:xfrm>
        </p:grpSpPr>
        <p:sp>
          <p:nvSpPr>
            <p:cNvPr id="5" name="Shape 0">
              <a:extLst>
                <a:ext uri="{FF2B5EF4-FFF2-40B4-BE49-F238E27FC236}">
                  <a16:creationId xmlns:a16="http://schemas.microsoft.com/office/drawing/2014/main" id="{867F208B-3CB8-4AD2-662B-6608050D3434}"/>
                </a:ext>
              </a:extLst>
            </p:cNvPr>
            <p:cNvSpPr/>
            <p:nvPr userDrawn="1"/>
          </p:nvSpPr>
          <p:spPr>
            <a:xfrm>
              <a:off x="8648640" y="5677688"/>
              <a:ext cx="7088627" cy="2349400"/>
            </a:xfrm>
            <a:prstGeom prst="rect">
              <a:avLst/>
            </a:prstGeom>
            <a:noFill/>
            <a:ln/>
          </p:spPr>
          <p:txBody>
            <a:bodyPr/>
            <a:lstStyle/>
            <a:p>
              <a:endParaRPr lang="en-PT" sz="14400"/>
            </a:p>
          </p:txBody>
        </p:sp>
        <p:pic>
          <p:nvPicPr>
            <p:cNvPr id="6" name="Image 1" descr=" ">
              <a:extLst>
                <a:ext uri="{FF2B5EF4-FFF2-40B4-BE49-F238E27FC236}">
                  <a16:creationId xmlns:a16="http://schemas.microsoft.com/office/drawing/2014/main" id="{9E65EADD-6738-ED30-A9A6-0C20CE8ED7EE}"/>
                </a:ext>
              </a:extLst>
            </p:cNvPr>
            <p:cNvPicPr>
              <a:picLocks noChangeAspect="1"/>
            </p:cNvPicPr>
            <p:nvPr userDrawn="1"/>
          </p:nvPicPr>
          <p:blipFill>
            <a:blip r:embed="rId3"/>
            <a:stretch>
              <a:fillRect/>
            </a:stretch>
          </p:blipFill>
          <p:spPr>
            <a:xfrm>
              <a:off x="8648640" y="5677688"/>
              <a:ext cx="7088627" cy="2349401"/>
            </a:xfrm>
            <a:prstGeom prst="rect">
              <a:avLst/>
            </a:prstGeom>
          </p:spPr>
        </p:pic>
        <p:pic>
          <p:nvPicPr>
            <p:cNvPr id="8" name="Image 2" descr=" ">
              <a:extLst>
                <a:ext uri="{FF2B5EF4-FFF2-40B4-BE49-F238E27FC236}">
                  <a16:creationId xmlns:a16="http://schemas.microsoft.com/office/drawing/2014/main" id="{559CA124-7C77-3768-7AAA-08A97C72D878}"/>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9410202" y="6038416"/>
              <a:ext cx="722477" cy="1519219"/>
            </a:xfrm>
            <a:prstGeom prst="rect">
              <a:avLst/>
            </a:prstGeom>
          </p:spPr>
        </p:pic>
        <p:pic>
          <p:nvPicPr>
            <p:cNvPr id="10" name="Image 3" descr=" ">
              <a:extLst>
                <a:ext uri="{FF2B5EF4-FFF2-40B4-BE49-F238E27FC236}">
                  <a16:creationId xmlns:a16="http://schemas.microsoft.com/office/drawing/2014/main" id="{6CBBB558-A970-69FA-CC82-5A34527BF07A}"/>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2899231" y="7123671"/>
              <a:ext cx="848439" cy="630628"/>
            </a:xfrm>
            <a:prstGeom prst="rect">
              <a:avLst/>
            </a:prstGeom>
          </p:spPr>
        </p:pic>
        <p:pic>
          <p:nvPicPr>
            <p:cNvPr id="11" name="Image 4" descr=" ">
              <a:extLst>
                <a:ext uri="{FF2B5EF4-FFF2-40B4-BE49-F238E27FC236}">
                  <a16:creationId xmlns:a16="http://schemas.microsoft.com/office/drawing/2014/main" id="{327827A0-52E2-35B7-2D2A-CF330247AA4C}"/>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13929176" y="7124595"/>
              <a:ext cx="555508" cy="850540"/>
            </a:xfrm>
            <a:prstGeom prst="rect">
              <a:avLst/>
            </a:prstGeom>
          </p:spPr>
        </p:pic>
        <p:pic>
          <p:nvPicPr>
            <p:cNvPr id="12" name="Image 5" descr=" ">
              <a:extLst>
                <a:ext uri="{FF2B5EF4-FFF2-40B4-BE49-F238E27FC236}">
                  <a16:creationId xmlns:a16="http://schemas.microsoft.com/office/drawing/2014/main" id="{9432CCDD-6AF0-F7E4-6956-D59C2FE7D6C6}"/>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11477881" y="5831427"/>
              <a:ext cx="564712" cy="858385"/>
            </a:xfrm>
            <a:prstGeom prst="rect">
              <a:avLst/>
            </a:prstGeom>
          </p:spPr>
        </p:pic>
        <p:pic>
          <p:nvPicPr>
            <p:cNvPr id="13" name="Image 6" descr=" ">
              <a:extLst>
                <a:ext uri="{FF2B5EF4-FFF2-40B4-BE49-F238E27FC236}">
                  <a16:creationId xmlns:a16="http://schemas.microsoft.com/office/drawing/2014/main" id="{C6650CDD-058F-7559-153B-E76E82245286}"/>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11477881" y="6915479"/>
              <a:ext cx="655198" cy="857362"/>
            </a:xfrm>
            <a:prstGeom prst="rect">
              <a:avLst/>
            </a:prstGeom>
          </p:spPr>
        </p:pic>
        <p:pic>
          <p:nvPicPr>
            <p:cNvPr id="14" name="Image 7" descr=" ">
              <a:extLst>
                <a:ext uri="{FF2B5EF4-FFF2-40B4-BE49-F238E27FC236}">
                  <a16:creationId xmlns:a16="http://schemas.microsoft.com/office/drawing/2014/main" id="{B136B568-7448-1094-0AB7-310AD3B95426}"/>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12625465" y="6037783"/>
              <a:ext cx="498835" cy="646081"/>
            </a:xfrm>
            <a:prstGeom prst="rect">
              <a:avLst/>
            </a:prstGeom>
          </p:spPr>
        </p:pic>
        <p:pic>
          <p:nvPicPr>
            <p:cNvPr id="15" name="Image 8" descr=" ">
              <a:extLst>
                <a:ext uri="{FF2B5EF4-FFF2-40B4-BE49-F238E27FC236}">
                  <a16:creationId xmlns:a16="http://schemas.microsoft.com/office/drawing/2014/main" id="{C0D2EA6C-3E32-A28D-FABC-494066282948}"/>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12218791" y="7120923"/>
              <a:ext cx="498959" cy="646584"/>
            </a:xfrm>
            <a:prstGeom prst="rect">
              <a:avLst/>
            </a:prstGeom>
          </p:spPr>
        </p:pic>
        <p:pic>
          <p:nvPicPr>
            <p:cNvPr id="16" name="Image 9" descr=" ">
              <a:extLst>
                <a:ext uri="{FF2B5EF4-FFF2-40B4-BE49-F238E27FC236}">
                  <a16:creationId xmlns:a16="http://schemas.microsoft.com/office/drawing/2014/main" id="{7C6A9AEA-21A7-ED49-B21B-A56D1D1202E4}"/>
                </a:ext>
              </a:extLst>
            </p:cNvPr>
            <p:cNvPicPr>
              <a:picLocks noChangeAspect="1"/>
            </p:cNvPicPr>
            <p:nvPr userDrawn="1"/>
          </p:nvPicPr>
          <p:blipFill>
            <a:blip>
              <a:extLst>
                <a:ext uri="{96DAC541-7B7A-43D3-8B79-37D633B846F1}">
                  <asvg:svgBlip xmlns:asvg="http://schemas.microsoft.com/office/drawing/2016/SVG/main" r:embed="rId11"/>
                </a:ext>
              </a:extLst>
            </a:blip>
            <a:stretch>
              <a:fillRect/>
            </a:stretch>
          </p:blipFill>
          <p:spPr>
            <a:xfrm>
              <a:off x="14630381" y="7136203"/>
              <a:ext cx="513112" cy="632160"/>
            </a:xfrm>
            <a:prstGeom prst="rect">
              <a:avLst/>
            </a:prstGeom>
          </p:spPr>
        </p:pic>
        <p:pic>
          <p:nvPicPr>
            <p:cNvPr id="17" name="Image 10" descr=" ">
              <a:extLst>
                <a:ext uri="{FF2B5EF4-FFF2-40B4-BE49-F238E27FC236}">
                  <a16:creationId xmlns:a16="http://schemas.microsoft.com/office/drawing/2014/main" id="{9FF9AC54-6862-3808-A35E-05F6D80827FA}"/>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13777948" y="5866259"/>
              <a:ext cx="382462" cy="819404"/>
            </a:xfrm>
            <a:prstGeom prst="rect">
              <a:avLst/>
            </a:prstGeom>
          </p:spPr>
        </p:pic>
        <p:pic>
          <p:nvPicPr>
            <p:cNvPr id="18" name="Image 11" descr=" ">
              <a:extLst>
                <a:ext uri="{FF2B5EF4-FFF2-40B4-BE49-F238E27FC236}">
                  <a16:creationId xmlns:a16="http://schemas.microsoft.com/office/drawing/2014/main" id="{499F728F-A2F1-9F40-B076-B92A87A0B443}"/>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12165020" y="5865943"/>
              <a:ext cx="382759" cy="819572"/>
            </a:xfrm>
            <a:prstGeom prst="rect">
              <a:avLst/>
            </a:prstGeom>
          </p:spPr>
        </p:pic>
        <p:pic>
          <p:nvPicPr>
            <p:cNvPr id="19" name="Image 12" descr=" ">
              <a:extLst>
                <a:ext uri="{FF2B5EF4-FFF2-40B4-BE49-F238E27FC236}">
                  <a16:creationId xmlns:a16="http://schemas.microsoft.com/office/drawing/2014/main" id="{E16D28B2-4354-7A04-E93E-2664AAAAC6A5}"/>
                </a:ext>
              </a:extLst>
            </p:cNvPr>
            <p:cNvPicPr>
              <a:picLocks noChangeAspect="1"/>
            </p:cNvPicPr>
            <p:nvPr userDrawn="1"/>
          </p:nvPicPr>
          <p:blipFill>
            <a:blip>
              <a:extLst>
                <a:ext uri="{96DAC541-7B7A-43D3-8B79-37D633B846F1}">
                  <asvg:svgBlip xmlns:asvg="http://schemas.microsoft.com/office/drawing/2016/SVG/main" r:embed="rId14"/>
                </a:ext>
              </a:extLst>
            </a:blip>
            <a:stretch>
              <a:fillRect/>
            </a:stretch>
          </p:blipFill>
          <p:spPr>
            <a:xfrm>
              <a:off x="13304045" y="6040692"/>
              <a:ext cx="373692" cy="630696"/>
            </a:xfrm>
            <a:prstGeom prst="rect">
              <a:avLst/>
            </a:prstGeom>
          </p:spPr>
        </p:pic>
      </p:grpSp>
    </p:spTree>
    <p:extLst>
      <p:ext uri="{BB962C8B-B14F-4D97-AF65-F5344CB8AC3E}">
        <p14:creationId xmlns:p14="http://schemas.microsoft.com/office/powerpoint/2010/main" val="3278910062"/>
      </p:ext>
    </p:extLst>
  </p:cSld>
  <p:clrMapOvr>
    <a:masterClrMapping/>
  </p:clrMapOvr>
  <p:extLst>
    <p:ext uri="{DCECCB84-F9BA-43D5-87BE-67443E8EF086}">
      <p15:sldGuideLst xmlns:p15="http://schemas.microsoft.com/office/powerpoint/2012/main">
        <p15:guide id="1" orient="horz" pos="3453">
          <p15:clr>
            <a:srgbClr val="FBAE40"/>
          </p15:clr>
        </p15:guide>
        <p15:guide id="2" pos="398">
          <p15:clr>
            <a:srgbClr val="FBAE40"/>
          </p15:clr>
        </p15:guide>
        <p15:guide id="3" pos="5842">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p:bg>
      <p:bgPr>
        <a:solidFill>
          <a:srgbClr val="12BD64"/>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555464" y="3906679"/>
            <a:ext cx="11440830" cy="7313406"/>
          </a:xfrm>
          <a:prstGeom prst="rect">
            <a:avLst/>
          </a:prstGeom>
        </p:spPr>
        <p:txBody>
          <a:bodyPr lIns="0" anchor="t">
            <a:noAutofit/>
          </a:bodyPr>
          <a:lstStyle>
            <a:lvl1pPr>
              <a:lnSpc>
                <a:spcPct val="100000"/>
              </a:lnSpc>
              <a:defRPr sz="8000" b="1" i="0">
                <a:solidFill>
                  <a:schemeClr val="bg1"/>
                </a:solidFill>
                <a:latin typeface="Figtree" pitchFamily="2" charset="0"/>
              </a:defRPr>
            </a:lvl1pPr>
          </a:lstStyle>
          <a:p>
            <a:r>
              <a:rPr lang="en-US"/>
              <a:t>Title</a:t>
            </a:r>
          </a:p>
        </p:txBody>
      </p:sp>
      <p:grpSp>
        <p:nvGrpSpPr>
          <p:cNvPr id="3" name="Group 2">
            <a:extLst>
              <a:ext uri="{FF2B5EF4-FFF2-40B4-BE49-F238E27FC236}">
                <a16:creationId xmlns:a16="http://schemas.microsoft.com/office/drawing/2014/main" id="{6E1133EC-6515-279A-5EAB-731EFF76F382}"/>
              </a:ext>
            </a:extLst>
          </p:cNvPr>
          <p:cNvGrpSpPr>
            <a:grpSpLocks noChangeAspect="1"/>
          </p:cNvGrpSpPr>
          <p:nvPr userDrawn="1"/>
        </p:nvGrpSpPr>
        <p:grpSpPr>
          <a:xfrm>
            <a:off x="1475378" y="12759411"/>
            <a:ext cx="1772538" cy="477202"/>
            <a:chOff x="8648640" y="5677688"/>
            <a:chExt cx="7088627" cy="2349401"/>
          </a:xfrm>
        </p:grpSpPr>
        <p:sp>
          <p:nvSpPr>
            <p:cNvPr id="4" name="Shape 0">
              <a:extLst>
                <a:ext uri="{FF2B5EF4-FFF2-40B4-BE49-F238E27FC236}">
                  <a16:creationId xmlns:a16="http://schemas.microsoft.com/office/drawing/2014/main" id="{F6D520A7-AFD6-4B26-A6D7-852920B43CFB}"/>
                </a:ext>
              </a:extLst>
            </p:cNvPr>
            <p:cNvSpPr/>
            <p:nvPr userDrawn="1"/>
          </p:nvSpPr>
          <p:spPr>
            <a:xfrm>
              <a:off x="8648640" y="5677688"/>
              <a:ext cx="7088627" cy="2349400"/>
            </a:xfrm>
            <a:prstGeom prst="rect">
              <a:avLst/>
            </a:prstGeom>
            <a:noFill/>
            <a:ln/>
          </p:spPr>
          <p:txBody>
            <a:bodyPr/>
            <a:lstStyle/>
            <a:p>
              <a:endParaRPr lang="en-PT" sz="14400"/>
            </a:p>
          </p:txBody>
        </p:sp>
        <p:pic>
          <p:nvPicPr>
            <p:cNvPr id="6" name="Image 1" descr=" ">
              <a:extLst>
                <a:ext uri="{FF2B5EF4-FFF2-40B4-BE49-F238E27FC236}">
                  <a16:creationId xmlns:a16="http://schemas.microsoft.com/office/drawing/2014/main" id="{449B12BE-6A3C-0AC6-7328-493A5480A15C}"/>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648640" y="5677688"/>
              <a:ext cx="7088627" cy="2349401"/>
            </a:xfrm>
            <a:prstGeom prst="rect">
              <a:avLst/>
            </a:prstGeom>
          </p:spPr>
        </p:pic>
        <p:pic>
          <p:nvPicPr>
            <p:cNvPr id="7" name="Image 2" descr=" ">
              <a:extLst>
                <a:ext uri="{FF2B5EF4-FFF2-40B4-BE49-F238E27FC236}">
                  <a16:creationId xmlns:a16="http://schemas.microsoft.com/office/drawing/2014/main" id="{AD5A5DE8-B85B-E17E-0792-3400DE76C1A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410202" y="6038416"/>
              <a:ext cx="722477" cy="1519219"/>
            </a:xfrm>
            <a:prstGeom prst="rect">
              <a:avLst/>
            </a:prstGeom>
          </p:spPr>
        </p:pic>
        <p:pic>
          <p:nvPicPr>
            <p:cNvPr id="8" name="Image 3" descr=" ">
              <a:extLst>
                <a:ext uri="{FF2B5EF4-FFF2-40B4-BE49-F238E27FC236}">
                  <a16:creationId xmlns:a16="http://schemas.microsoft.com/office/drawing/2014/main" id="{7406812D-EE07-5B21-4F38-42E1DAB9DDAB}"/>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2899231" y="7123671"/>
              <a:ext cx="848439" cy="630628"/>
            </a:xfrm>
            <a:prstGeom prst="rect">
              <a:avLst/>
            </a:prstGeom>
          </p:spPr>
        </p:pic>
        <p:pic>
          <p:nvPicPr>
            <p:cNvPr id="9" name="Image 4" descr=" ">
              <a:extLst>
                <a:ext uri="{FF2B5EF4-FFF2-40B4-BE49-F238E27FC236}">
                  <a16:creationId xmlns:a16="http://schemas.microsoft.com/office/drawing/2014/main" id="{96BCBDC7-F37D-B831-08C5-A77D4B4EFD7C}"/>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3929176" y="7124595"/>
              <a:ext cx="555508" cy="850540"/>
            </a:xfrm>
            <a:prstGeom prst="rect">
              <a:avLst/>
            </a:prstGeom>
          </p:spPr>
        </p:pic>
        <p:pic>
          <p:nvPicPr>
            <p:cNvPr id="11" name="Image 5" descr=" ">
              <a:extLst>
                <a:ext uri="{FF2B5EF4-FFF2-40B4-BE49-F238E27FC236}">
                  <a16:creationId xmlns:a16="http://schemas.microsoft.com/office/drawing/2014/main" id="{62FEB571-060F-F986-6401-E9D5A6589ABA}"/>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11477881" y="5831427"/>
              <a:ext cx="564712" cy="858385"/>
            </a:xfrm>
            <a:prstGeom prst="rect">
              <a:avLst/>
            </a:prstGeom>
          </p:spPr>
        </p:pic>
        <p:pic>
          <p:nvPicPr>
            <p:cNvPr id="12" name="Image 6" descr=" ">
              <a:extLst>
                <a:ext uri="{FF2B5EF4-FFF2-40B4-BE49-F238E27FC236}">
                  <a16:creationId xmlns:a16="http://schemas.microsoft.com/office/drawing/2014/main" id="{8D2A1A2F-AF40-E592-ADE6-44C025A14998}"/>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11477881" y="6915479"/>
              <a:ext cx="655198" cy="857362"/>
            </a:xfrm>
            <a:prstGeom prst="rect">
              <a:avLst/>
            </a:prstGeom>
          </p:spPr>
        </p:pic>
        <p:pic>
          <p:nvPicPr>
            <p:cNvPr id="13" name="Image 7" descr=" ">
              <a:extLst>
                <a:ext uri="{FF2B5EF4-FFF2-40B4-BE49-F238E27FC236}">
                  <a16:creationId xmlns:a16="http://schemas.microsoft.com/office/drawing/2014/main" id="{5424BF6C-00E7-B414-63D5-6C827649CF9C}"/>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12625465" y="6037783"/>
              <a:ext cx="498835" cy="646081"/>
            </a:xfrm>
            <a:prstGeom prst="rect">
              <a:avLst/>
            </a:prstGeom>
          </p:spPr>
        </p:pic>
        <p:pic>
          <p:nvPicPr>
            <p:cNvPr id="14" name="Image 8" descr=" ">
              <a:extLst>
                <a:ext uri="{FF2B5EF4-FFF2-40B4-BE49-F238E27FC236}">
                  <a16:creationId xmlns:a16="http://schemas.microsoft.com/office/drawing/2014/main" id="{F3C3F00B-CF8D-CF89-BC36-43B2B32BAA60}"/>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12218791" y="7120923"/>
              <a:ext cx="498959" cy="646584"/>
            </a:xfrm>
            <a:prstGeom prst="rect">
              <a:avLst/>
            </a:prstGeom>
          </p:spPr>
        </p:pic>
        <p:pic>
          <p:nvPicPr>
            <p:cNvPr id="15" name="Image 9" descr=" ">
              <a:extLst>
                <a:ext uri="{FF2B5EF4-FFF2-40B4-BE49-F238E27FC236}">
                  <a16:creationId xmlns:a16="http://schemas.microsoft.com/office/drawing/2014/main" id="{3BE075EC-D8F8-5FE3-1235-12057970702F}"/>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14630381" y="7136203"/>
              <a:ext cx="513112" cy="632160"/>
            </a:xfrm>
            <a:prstGeom prst="rect">
              <a:avLst/>
            </a:prstGeom>
          </p:spPr>
        </p:pic>
        <p:pic>
          <p:nvPicPr>
            <p:cNvPr id="16" name="Image 10" descr=" ">
              <a:extLst>
                <a:ext uri="{FF2B5EF4-FFF2-40B4-BE49-F238E27FC236}">
                  <a16:creationId xmlns:a16="http://schemas.microsoft.com/office/drawing/2014/main" id="{BB6E25E3-62A0-EF0A-D202-0D3F5FDB16FB}"/>
                </a:ext>
              </a:extLst>
            </p:cNvPr>
            <p:cNvPicPr>
              <a:picLocks noChangeAspect="1"/>
            </p:cNvPicPr>
            <p:nvPr userDrawn="1"/>
          </p:nvPicPr>
          <p:blipFill>
            <a:blip>
              <a:extLst>
                <a:ext uri="{96DAC541-7B7A-43D3-8B79-37D633B846F1}">
                  <asvg:svgBlip xmlns:asvg="http://schemas.microsoft.com/office/drawing/2016/SVG/main" r:embed="rId11"/>
                </a:ext>
              </a:extLst>
            </a:blip>
            <a:stretch>
              <a:fillRect/>
            </a:stretch>
          </p:blipFill>
          <p:spPr>
            <a:xfrm>
              <a:off x="13777948" y="5866259"/>
              <a:ext cx="382462" cy="819404"/>
            </a:xfrm>
            <a:prstGeom prst="rect">
              <a:avLst/>
            </a:prstGeom>
          </p:spPr>
        </p:pic>
        <p:pic>
          <p:nvPicPr>
            <p:cNvPr id="18" name="Image 11" descr=" ">
              <a:extLst>
                <a:ext uri="{FF2B5EF4-FFF2-40B4-BE49-F238E27FC236}">
                  <a16:creationId xmlns:a16="http://schemas.microsoft.com/office/drawing/2014/main" id="{4E175D16-E10F-AFC5-C6BE-F3249A2AD7DB}"/>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12165020" y="5865943"/>
              <a:ext cx="382759" cy="819572"/>
            </a:xfrm>
            <a:prstGeom prst="rect">
              <a:avLst/>
            </a:prstGeom>
          </p:spPr>
        </p:pic>
        <p:pic>
          <p:nvPicPr>
            <p:cNvPr id="19" name="Image 12" descr=" ">
              <a:extLst>
                <a:ext uri="{FF2B5EF4-FFF2-40B4-BE49-F238E27FC236}">
                  <a16:creationId xmlns:a16="http://schemas.microsoft.com/office/drawing/2014/main" id="{7049ED76-8B4E-8A62-9A67-9B2E7AC4E773}"/>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13304045" y="6040692"/>
              <a:ext cx="373692" cy="630696"/>
            </a:xfrm>
            <a:prstGeom prst="rect">
              <a:avLst/>
            </a:prstGeom>
          </p:spPr>
        </p:pic>
      </p:grpSp>
      <p:cxnSp>
        <p:nvCxnSpPr>
          <p:cNvPr id="20" name="Straight Connector 19">
            <a:extLst>
              <a:ext uri="{FF2B5EF4-FFF2-40B4-BE49-F238E27FC236}">
                <a16:creationId xmlns:a16="http://schemas.microsoft.com/office/drawing/2014/main" id="{6BD44891-1053-588C-61F8-FAB372AA1F9A}"/>
              </a:ext>
            </a:extLst>
          </p:cNvPr>
          <p:cNvCxnSpPr>
            <a:cxnSpLocks/>
          </p:cNvCxnSpPr>
          <p:nvPr userDrawn="1"/>
        </p:nvCxnSpPr>
        <p:spPr>
          <a:xfrm>
            <a:off x="3590353" y="12735444"/>
            <a:ext cx="0" cy="530768"/>
          </a:xfrm>
          <a:prstGeom prst="line">
            <a:avLst/>
          </a:prstGeom>
          <a:ln w="31750">
            <a:solidFill>
              <a:schemeClr val="bg1"/>
            </a:solidFill>
          </a:ln>
        </p:spPr>
        <p:style>
          <a:lnRef idx="3">
            <a:schemeClr val="dk1"/>
          </a:lnRef>
          <a:fillRef idx="0">
            <a:schemeClr val="dk1"/>
          </a:fillRef>
          <a:effectRef idx="2">
            <a:schemeClr val="dk1"/>
          </a:effectRef>
          <a:fontRef idx="minor">
            <a:schemeClr val="tx1"/>
          </a:fontRef>
        </p:style>
      </p:cxnSp>
      <p:sp>
        <p:nvSpPr>
          <p:cNvPr id="21" name="TextBox 20">
            <a:extLst>
              <a:ext uri="{FF2B5EF4-FFF2-40B4-BE49-F238E27FC236}">
                <a16:creationId xmlns:a16="http://schemas.microsoft.com/office/drawing/2014/main" id="{E09A6DE2-3148-023F-B337-1F022C773AB9}"/>
              </a:ext>
            </a:extLst>
          </p:cNvPr>
          <p:cNvSpPr txBox="1"/>
          <p:nvPr userDrawn="1"/>
        </p:nvSpPr>
        <p:spPr>
          <a:xfrm>
            <a:off x="3626806" y="12785384"/>
            <a:ext cx="4165465" cy="430888"/>
          </a:xfrm>
          <a:prstGeom prst="rect">
            <a:avLst/>
          </a:prstGeom>
        </p:spPr>
        <p:txBody>
          <a:bodyPr lIns="177800" tIns="101600" rIns="177800" bIns="101600"/>
          <a:lstStyle>
            <a:defPPr>
              <a:defRPr lang="en-US"/>
            </a:defPPr>
            <a:lvl1pPr>
              <a:defRPr sz="800" b="0" i="0">
                <a:solidFill>
                  <a:schemeClr val="bg1"/>
                </a:solidFill>
                <a:latin typeface="Ubuntu Light" panose="020B0304030602030204" pitchFamily="34" charset="0"/>
              </a:defRPr>
            </a:lvl1pPr>
          </a:lstStyle>
          <a:p>
            <a:pPr lvl="0"/>
            <a:r>
              <a:rPr lang="en-GB" sz="1600">
                <a:solidFill>
                  <a:schemeClr val="bg1"/>
                </a:solidFill>
                <a:latin typeface="Figtree" pitchFamily="2" charset="0"/>
              </a:rPr>
              <a:t>Strictly private and confidential</a:t>
            </a:r>
          </a:p>
        </p:txBody>
      </p:sp>
      <p:pic>
        <p:nvPicPr>
          <p:cNvPr id="23" name="Picture 22">
            <a:extLst>
              <a:ext uri="{FF2B5EF4-FFF2-40B4-BE49-F238E27FC236}">
                <a16:creationId xmlns:a16="http://schemas.microsoft.com/office/drawing/2014/main" id="{5B435BD1-E56E-DAA8-1B9E-C2E4D9424A36}"/>
              </a:ext>
            </a:extLst>
          </p:cNvPr>
          <p:cNvPicPr>
            <a:picLocks noChangeAspect="1"/>
          </p:cNvPicPr>
          <p:nvPr userDrawn="1"/>
        </p:nvPicPr>
        <p:blipFill>
          <a:blip r:embed="rId14"/>
          <a:stretch>
            <a:fillRect/>
          </a:stretch>
        </p:blipFill>
        <p:spPr>
          <a:xfrm>
            <a:off x="1555464" y="2021625"/>
            <a:ext cx="3545077" cy="948582"/>
          </a:xfrm>
          <a:prstGeom prst="rect">
            <a:avLst/>
          </a:prstGeom>
        </p:spPr>
      </p:pic>
      <p:pic>
        <p:nvPicPr>
          <p:cNvPr id="24" name="Picture Placeholder 5" descr="A city next to the water&#10;&#10;AI-generated content may be incorrect.">
            <a:extLst>
              <a:ext uri="{FF2B5EF4-FFF2-40B4-BE49-F238E27FC236}">
                <a16:creationId xmlns:a16="http://schemas.microsoft.com/office/drawing/2014/main" id="{F59E6667-DE2D-4CDF-7AB9-6761F46782F5}"/>
              </a:ext>
            </a:extLst>
          </p:cNvPr>
          <p:cNvPicPr>
            <a:picLocks noChangeAspect="1"/>
          </p:cNvPicPr>
          <p:nvPr userDrawn="1"/>
        </p:nvPicPr>
        <p:blipFill>
          <a:blip r:embed="rId15" cstate="email">
            <a:extLst>
              <a:ext uri="{28A0092B-C50C-407E-A947-70E740481C1C}">
                <a14:useLocalDpi xmlns:a14="http://schemas.microsoft.com/office/drawing/2010/main"/>
              </a:ext>
            </a:extLst>
          </a:blip>
          <a:srcRect/>
          <a:stretch/>
        </p:blipFill>
        <p:spPr>
          <a:xfrm>
            <a:off x="16073216" y="0"/>
            <a:ext cx="8313959" cy="13716000"/>
          </a:xfrm>
          <a:prstGeom prst="rect">
            <a:avLst/>
          </a:prstGeom>
        </p:spPr>
      </p:pic>
    </p:spTree>
    <p:extLst>
      <p:ext uri="{BB962C8B-B14F-4D97-AF65-F5344CB8AC3E}">
        <p14:creationId xmlns:p14="http://schemas.microsoft.com/office/powerpoint/2010/main" val="3084160302"/>
      </p:ext>
    </p:extLst>
  </p:cSld>
  <p:clrMapOvr>
    <a:masterClrMapping/>
  </p:clrMapOvr>
  <p:extLst>
    <p:ext uri="{DCECCB84-F9BA-43D5-87BE-67443E8EF086}">
      <p15:sldGuideLst xmlns:p15="http://schemas.microsoft.com/office/powerpoint/2012/main">
        <p15:guide id="1" pos="398">
          <p15:clr>
            <a:srgbClr val="FBAE40"/>
          </p15:clr>
        </p15:guide>
        <p15:guide id="2" pos="5842">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tion 2">
    <p:bg>
      <p:bgPr>
        <a:solidFill>
          <a:schemeClr val="bg1">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555464" y="1811549"/>
            <a:ext cx="11440830" cy="7313406"/>
          </a:xfrm>
          <a:prstGeom prst="rect">
            <a:avLst/>
          </a:prstGeom>
        </p:spPr>
        <p:txBody>
          <a:bodyPr lIns="0" anchor="t">
            <a:noAutofit/>
          </a:bodyPr>
          <a:lstStyle>
            <a:lvl1pPr>
              <a:lnSpc>
                <a:spcPct val="100000"/>
              </a:lnSpc>
              <a:defRPr sz="12000" b="1" i="0">
                <a:solidFill>
                  <a:schemeClr val="bg1"/>
                </a:solidFill>
                <a:latin typeface="Ubuntu" panose="020B0504030602030204" pitchFamily="34" charset="0"/>
              </a:defRPr>
            </a:lvl1pPr>
          </a:lstStyle>
          <a:p>
            <a:r>
              <a:rPr lang="en-US"/>
              <a:t>Subtitle</a:t>
            </a:r>
          </a:p>
        </p:txBody>
      </p:sp>
      <p:grpSp>
        <p:nvGrpSpPr>
          <p:cNvPr id="4" name="Group 3">
            <a:extLst>
              <a:ext uri="{FF2B5EF4-FFF2-40B4-BE49-F238E27FC236}">
                <a16:creationId xmlns:a16="http://schemas.microsoft.com/office/drawing/2014/main" id="{645AB3F2-1EDA-A5B5-8C1E-DE31A303F872}"/>
              </a:ext>
            </a:extLst>
          </p:cNvPr>
          <p:cNvGrpSpPr>
            <a:grpSpLocks noChangeAspect="1"/>
          </p:cNvGrpSpPr>
          <p:nvPr userDrawn="1"/>
        </p:nvGrpSpPr>
        <p:grpSpPr>
          <a:xfrm>
            <a:off x="1475378" y="12759411"/>
            <a:ext cx="1772538" cy="477202"/>
            <a:chOff x="8648640" y="5677688"/>
            <a:chExt cx="7088627" cy="2349401"/>
          </a:xfrm>
        </p:grpSpPr>
        <p:sp>
          <p:nvSpPr>
            <p:cNvPr id="5" name="Shape 0">
              <a:extLst>
                <a:ext uri="{FF2B5EF4-FFF2-40B4-BE49-F238E27FC236}">
                  <a16:creationId xmlns:a16="http://schemas.microsoft.com/office/drawing/2014/main" id="{24B97994-74A5-017F-AC5D-0E327390F425}"/>
                </a:ext>
              </a:extLst>
            </p:cNvPr>
            <p:cNvSpPr/>
            <p:nvPr userDrawn="1"/>
          </p:nvSpPr>
          <p:spPr>
            <a:xfrm>
              <a:off x="8648640" y="5677688"/>
              <a:ext cx="7088627" cy="2349400"/>
            </a:xfrm>
            <a:prstGeom prst="rect">
              <a:avLst/>
            </a:prstGeom>
            <a:noFill/>
            <a:ln/>
          </p:spPr>
          <p:txBody>
            <a:bodyPr/>
            <a:lstStyle/>
            <a:p>
              <a:endParaRPr lang="en-PT" sz="14400"/>
            </a:p>
          </p:txBody>
        </p:sp>
        <p:pic>
          <p:nvPicPr>
            <p:cNvPr id="6" name="Image 1" descr=" ">
              <a:extLst>
                <a:ext uri="{FF2B5EF4-FFF2-40B4-BE49-F238E27FC236}">
                  <a16:creationId xmlns:a16="http://schemas.microsoft.com/office/drawing/2014/main" id="{85C1F55F-213E-86EB-C5DA-A24693400F4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648640" y="5677688"/>
              <a:ext cx="7088627" cy="2349401"/>
            </a:xfrm>
            <a:prstGeom prst="rect">
              <a:avLst/>
            </a:prstGeom>
          </p:spPr>
        </p:pic>
        <p:pic>
          <p:nvPicPr>
            <p:cNvPr id="7" name="Image 2" descr=" ">
              <a:extLst>
                <a:ext uri="{FF2B5EF4-FFF2-40B4-BE49-F238E27FC236}">
                  <a16:creationId xmlns:a16="http://schemas.microsoft.com/office/drawing/2014/main" id="{4DA70CC3-F17E-7429-0F8F-4F26729FE51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410202" y="6038416"/>
              <a:ext cx="722477" cy="1519219"/>
            </a:xfrm>
            <a:prstGeom prst="rect">
              <a:avLst/>
            </a:prstGeom>
          </p:spPr>
        </p:pic>
        <p:pic>
          <p:nvPicPr>
            <p:cNvPr id="8" name="Image 3" descr=" ">
              <a:extLst>
                <a:ext uri="{FF2B5EF4-FFF2-40B4-BE49-F238E27FC236}">
                  <a16:creationId xmlns:a16="http://schemas.microsoft.com/office/drawing/2014/main" id="{9702BF3F-525D-C611-E536-667EF6A163D3}"/>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2899231" y="7123671"/>
              <a:ext cx="848439" cy="630628"/>
            </a:xfrm>
            <a:prstGeom prst="rect">
              <a:avLst/>
            </a:prstGeom>
          </p:spPr>
        </p:pic>
        <p:pic>
          <p:nvPicPr>
            <p:cNvPr id="9" name="Image 4" descr=" ">
              <a:extLst>
                <a:ext uri="{FF2B5EF4-FFF2-40B4-BE49-F238E27FC236}">
                  <a16:creationId xmlns:a16="http://schemas.microsoft.com/office/drawing/2014/main" id="{EE689F3F-E540-1675-4458-9B23B97CEB57}"/>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3929176" y="7124595"/>
              <a:ext cx="555508" cy="850540"/>
            </a:xfrm>
            <a:prstGeom prst="rect">
              <a:avLst/>
            </a:prstGeom>
          </p:spPr>
        </p:pic>
        <p:pic>
          <p:nvPicPr>
            <p:cNvPr id="11" name="Image 5" descr=" ">
              <a:extLst>
                <a:ext uri="{FF2B5EF4-FFF2-40B4-BE49-F238E27FC236}">
                  <a16:creationId xmlns:a16="http://schemas.microsoft.com/office/drawing/2014/main" id="{962DC8F4-6F9E-F1F6-65BA-4FE7EDC92186}"/>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11477881" y="5831427"/>
              <a:ext cx="564712" cy="858385"/>
            </a:xfrm>
            <a:prstGeom prst="rect">
              <a:avLst/>
            </a:prstGeom>
          </p:spPr>
        </p:pic>
        <p:pic>
          <p:nvPicPr>
            <p:cNvPr id="12" name="Image 6" descr=" ">
              <a:extLst>
                <a:ext uri="{FF2B5EF4-FFF2-40B4-BE49-F238E27FC236}">
                  <a16:creationId xmlns:a16="http://schemas.microsoft.com/office/drawing/2014/main" id="{E2B3525F-F25C-8A30-84F6-ED6C7FCC02F0}"/>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11477881" y="6915479"/>
              <a:ext cx="655198" cy="857362"/>
            </a:xfrm>
            <a:prstGeom prst="rect">
              <a:avLst/>
            </a:prstGeom>
          </p:spPr>
        </p:pic>
        <p:pic>
          <p:nvPicPr>
            <p:cNvPr id="13" name="Image 7" descr=" ">
              <a:extLst>
                <a:ext uri="{FF2B5EF4-FFF2-40B4-BE49-F238E27FC236}">
                  <a16:creationId xmlns:a16="http://schemas.microsoft.com/office/drawing/2014/main" id="{F7F59B33-25B0-7328-92C4-7574BB9B30D0}"/>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12625465" y="6037783"/>
              <a:ext cx="498835" cy="646081"/>
            </a:xfrm>
            <a:prstGeom prst="rect">
              <a:avLst/>
            </a:prstGeom>
          </p:spPr>
        </p:pic>
        <p:pic>
          <p:nvPicPr>
            <p:cNvPr id="14" name="Image 8" descr=" ">
              <a:extLst>
                <a:ext uri="{FF2B5EF4-FFF2-40B4-BE49-F238E27FC236}">
                  <a16:creationId xmlns:a16="http://schemas.microsoft.com/office/drawing/2014/main" id="{48707CDD-002F-9EE8-9A96-D3BE7B44C19C}"/>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12218791" y="7120923"/>
              <a:ext cx="498959" cy="646584"/>
            </a:xfrm>
            <a:prstGeom prst="rect">
              <a:avLst/>
            </a:prstGeom>
          </p:spPr>
        </p:pic>
        <p:pic>
          <p:nvPicPr>
            <p:cNvPr id="15" name="Image 9" descr=" ">
              <a:extLst>
                <a:ext uri="{FF2B5EF4-FFF2-40B4-BE49-F238E27FC236}">
                  <a16:creationId xmlns:a16="http://schemas.microsoft.com/office/drawing/2014/main" id="{59DF0D80-62D3-81B2-F02F-F8C0EBF4E458}"/>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14630381" y="7136203"/>
              <a:ext cx="513112" cy="632160"/>
            </a:xfrm>
            <a:prstGeom prst="rect">
              <a:avLst/>
            </a:prstGeom>
          </p:spPr>
        </p:pic>
        <p:pic>
          <p:nvPicPr>
            <p:cNvPr id="16" name="Image 10" descr=" ">
              <a:extLst>
                <a:ext uri="{FF2B5EF4-FFF2-40B4-BE49-F238E27FC236}">
                  <a16:creationId xmlns:a16="http://schemas.microsoft.com/office/drawing/2014/main" id="{8DBA9062-AEC0-25D7-E575-DA2A8C0620A3}"/>
                </a:ext>
              </a:extLst>
            </p:cNvPr>
            <p:cNvPicPr>
              <a:picLocks noChangeAspect="1"/>
            </p:cNvPicPr>
            <p:nvPr userDrawn="1"/>
          </p:nvPicPr>
          <p:blipFill>
            <a:blip>
              <a:extLst>
                <a:ext uri="{96DAC541-7B7A-43D3-8B79-37D633B846F1}">
                  <asvg:svgBlip xmlns:asvg="http://schemas.microsoft.com/office/drawing/2016/SVG/main" r:embed="rId11"/>
                </a:ext>
              </a:extLst>
            </a:blip>
            <a:stretch>
              <a:fillRect/>
            </a:stretch>
          </p:blipFill>
          <p:spPr>
            <a:xfrm>
              <a:off x="13777948" y="5866259"/>
              <a:ext cx="382462" cy="819404"/>
            </a:xfrm>
            <a:prstGeom prst="rect">
              <a:avLst/>
            </a:prstGeom>
          </p:spPr>
        </p:pic>
        <p:pic>
          <p:nvPicPr>
            <p:cNvPr id="18" name="Image 11" descr=" ">
              <a:extLst>
                <a:ext uri="{FF2B5EF4-FFF2-40B4-BE49-F238E27FC236}">
                  <a16:creationId xmlns:a16="http://schemas.microsoft.com/office/drawing/2014/main" id="{C1368E55-86ED-4610-83CE-5A2B22ACFFD8}"/>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12165020" y="5865943"/>
              <a:ext cx="382759" cy="819572"/>
            </a:xfrm>
            <a:prstGeom prst="rect">
              <a:avLst/>
            </a:prstGeom>
          </p:spPr>
        </p:pic>
        <p:pic>
          <p:nvPicPr>
            <p:cNvPr id="19" name="Image 12" descr=" ">
              <a:extLst>
                <a:ext uri="{FF2B5EF4-FFF2-40B4-BE49-F238E27FC236}">
                  <a16:creationId xmlns:a16="http://schemas.microsoft.com/office/drawing/2014/main" id="{7A74112D-39F1-07BC-1313-4D1761D789D6}"/>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13304045" y="6040692"/>
              <a:ext cx="373692" cy="630696"/>
            </a:xfrm>
            <a:prstGeom prst="rect">
              <a:avLst/>
            </a:prstGeom>
          </p:spPr>
        </p:pic>
      </p:grpSp>
      <p:cxnSp>
        <p:nvCxnSpPr>
          <p:cNvPr id="20" name="Straight Connector 19">
            <a:extLst>
              <a:ext uri="{FF2B5EF4-FFF2-40B4-BE49-F238E27FC236}">
                <a16:creationId xmlns:a16="http://schemas.microsoft.com/office/drawing/2014/main" id="{5174595A-154E-ED08-DEFB-D3363AC967A6}"/>
              </a:ext>
            </a:extLst>
          </p:cNvPr>
          <p:cNvCxnSpPr>
            <a:cxnSpLocks/>
          </p:cNvCxnSpPr>
          <p:nvPr userDrawn="1"/>
        </p:nvCxnSpPr>
        <p:spPr>
          <a:xfrm>
            <a:off x="3590353" y="12735444"/>
            <a:ext cx="0" cy="530768"/>
          </a:xfrm>
          <a:prstGeom prst="line">
            <a:avLst/>
          </a:prstGeom>
          <a:ln w="31750">
            <a:solidFill>
              <a:schemeClr val="bg1"/>
            </a:solidFill>
          </a:ln>
        </p:spPr>
        <p:style>
          <a:lnRef idx="3">
            <a:schemeClr val="dk1"/>
          </a:lnRef>
          <a:fillRef idx="0">
            <a:schemeClr val="dk1"/>
          </a:fillRef>
          <a:effectRef idx="2">
            <a:schemeClr val="dk1"/>
          </a:effectRef>
          <a:fontRef idx="minor">
            <a:schemeClr val="tx1"/>
          </a:fontRef>
        </p:style>
      </p:cxnSp>
      <p:sp>
        <p:nvSpPr>
          <p:cNvPr id="21" name="TextBox 20">
            <a:extLst>
              <a:ext uri="{FF2B5EF4-FFF2-40B4-BE49-F238E27FC236}">
                <a16:creationId xmlns:a16="http://schemas.microsoft.com/office/drawing/2014/main" id="{CBE34162-B536-DB73-233B-BD2FB0323BA9}"/>
              </a:ext>
            </a:extLst>
          </p:cNvPr>
          <p:cNvSpPr txBox="1"/>
          <p:nvPr userDrawn="1"/>
        </p:nvSpPr>
        <p:spPr>
          <a:xfrm>
            <a:off x="3626806" y="12785384"/>
            <a:ext cx="4165465" cy="430888"/>
          </a:xfrm>
          <a:prstGeom prst="rect">
            <a:avLst/>
          </a:prstGeom>
        </p:spPr>
        <p:txBody>
          <a:bodyPr lIns="177800" tIns="101600" rIns="177800" bIns="101600"/>
          <a:lstStyle>
            <a:defPPr>
              <a:defRPr lang="en-US"/>
            </a:defPPr>
            <a:lvl1pPr>
              <a:defRPr sz="800" b="0" i="0">
                <a:solidFill>
                  <a:schemeClr val="bg1"/>
                </a:solidFill>
                <a:latin typeface="Ubuntu Light" panose="020B0304030602030204" pitchFamily="34" charset="0"/>
              </a:defRPr>
            </a:lvl1pPr>
          </a:lstStyle>
          <a:p>
            <a:pPr lvl="0"/>
            <a:r>
              <a:rPr lang="en-GB" sz="1600">
                <a:solidFill>
                  <a:schemeClr val="bg1"/>
                </a:solidFill>
                <a:latin typeface="Figtree" pitchFamily="2" charset="0"/>
              </a:rPr>
              <a:t>Strictly private and confidential</a:t>
            </a:r>
          </a:p>
        </p:txBody>
      </p:sp>
    </p:spTree>
    <p:extLst>
      <p:ext uri="{BB962C8B-B14F-4D97-AF65-F5344CB8AC3E}">
        <p14:creationId xmlns:p14="http://schemas.microsoft.com/office/powerpoint/2010/main" val="900212427"/>
      </p:ext>
    </p:extLst>
  </p:cSld>
  <p:clrMapOvr>
    <a:masterClrMapping/>
  </p:clrMapOvr>
  <p:extLst>
    <p:ext uri="{DCECCB84-F9BA-43D5-87BE-67443E8EF086}">
      <p15:sldGuideLst xmlns:p15="http://schemas.microsoft.com/office/powerpoint/2012/main">
        <p15:guide id="1" pos="398">
          <p15:clr>
            <a:srgbClr val="FBAE40"/>
          </p15:clr>
        </p15:guide>
        <p15:guide id="2" pos="5842">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Text Placeholder 2">
            <a:extLst>
              <a:ext uri="{FF2B5EF4-FFF2-40B4-BE49-F238E27FC236}">
                <a16:creationId xmlns:a16="http://schemas.microsoft.com/office/drawing/2014/main" id="{799E6E5C-959B-0563-604C-41387C657EA5}"/>
              </a:ext>
            </a:extLst>
          </p:cNvPr>
          <p:cNvSpPr>
            <a:spLocks noGrp="1"/>
          </p:cNvSpPr>
          <p:nvPr>
            <p:ph type="body" idx="1"/>
          </p:nvPr>
        </p:nvSpPr>
        <p:spPr>
          <a:xfrm>
            <a:off x="1023950" y="1816101"/>
            <a:ext cx="22249383" cy="10585450"/>
          </a:xfrm>
          <a:prstGeom prst="rect">
            <a:avLst/>
          </a:prstGeom>
        </p:spPr>
        <p:txBody>
          <a:bodyPr lIns="0" tIns="0" rIns="0" bIns="0">
            <a:noAutofit/>
          </a:bodyPr>
          <a:lstStyle>
            <a:lvl1pPr marL="0" indent="0">
              <a:lnSpc>
                <a:spcPct val="150000"/>
              </a:lnSpc>
              <a:buNone/>
              <a:defRPr sz="2400" b="0" i="0">
                <a:solidFill>
                  <a:schemeClr val="tx1"/>
                </a:solidFill>
                <a:latin typeface="Figtree" pitchFamily="2" charset="0"/>
              </a:defRPr>
            </a:lvl1pPr>
            <a:lvl2pPr marL="914400" indent="0">
              <a:buNone/>
              <a:defRPr sz="4000">
                <a:solidFill>
                  <a:schemeClr val="tx1">
                    <a:tint val="75000"/>
                  </a:schemeClr>
                </a:solidFill>
              </a:defRPr>
            </a:lvl2pPr>
            <a:lvl3pPr marL="1828800" indent="0">
              <a:buNone/>
              <a:defRPr sz="3600">
                <a:solidFill>
                  <a:schemeClr val="tx1">
                    <a:tint val="75000"/>
                  </a:schemeClr>
                </a:solidFill>
              </a:defRPr>
            </a:lvl3pPr>
            <a:lvl4pPr marL="2743200" indent="0">
              <a:buNone/>
              <a:defRPr sz="3200">
                <a:solidFill>
                  <a:schemeClr val="tx1">
                    <a:tint val="75000"/>
                  </a:schemeClr>
                </a:solidFill>
              </a:defRPr>
            </a:lvl4pPr>
            <a:lvl5pPr marL="3657600" indent="0">
              <a:buNone/>
              <a:defRPr sz="3200">
                <a:solidFill>
                  <a:schemeClr val="tx1">
                    <a:tint val="75000"/>
                  </a:schemeClr>
                </a:solidFill>
              </a:defRPr>
            </a:lvl5pPr>
            <a:lvl6pPr marL="4572000" indent="0">
              <a:buNone/>
              <a:defRPr sz="3200">
                <a:solidFill>
                  <a:schemeClr val="tx1">
                    <a:tint val="75000"/>
                  </a:schemeClr>
                </a:solidFill>
              </a:defRPr>
            </a:lvl6pPr>
            <a:lvl7pPr marL="5486400" indent="0">
              <a:buNone/>
              <a:defRPr sz="3200">
                <a:solidFill>
                  <a:schemeClr val="tx1">
                    <a:tint val="75000"/>
                  </a:schemeClr>
                </a:solidFill>
              </a:defRPr>
            </a:lvl7pPr>
            <a:lvl8pPr marL="6400800" indent="0">
              <a:buNone/>
              <a:defRPr sz="3200">
                <a:solidFill>
                  <a:schemeClr val="tx1">
                    <a:tint val="75000"/>
                  </a:schemeClr>
                </a:solidFill>
              </a:defRPr>
            </a:lvl8pPr>
            <a:lvl9pPr marL="7315200" indent="0">
              <a:buNone/>
              <a:defRPr sz="3200">
                <a:solidFill>
                  <a:schemeClr val="tx1">
                    <a:tint val="75000"/>
                  </a:schemeClr>
                </a:solidFill>
              </a:defRPr>
            </a:lvl9pPr>
          </a:lstStyle>
          <a:p>
            <a:pPr lvl="0"/>
            <a:r>
              <a:rPr lang="en-US"/>
              <a:t>Click to edit Master text styles</a:t>
            </a:r>
          </a:p>
        </p:txBody>
      </p:sp>
      <p:sp>
        <p:nvSpPr>
          <p:cNvPr id="23" name="Title 1">
            <a:extLst>
              <a:ext uri="{FF2B5EF4-FFF2-40B4-BE49-F238E27FC236}">
                <a16:creationId xmlns:a16="http://schemas.microsoft.com/office/drawing/2014/main" id="{02F9C16C-23F8-B9D7-DEA3-3E4B8853BAAB}"/>
              </a:ext>
            </a:extLst>
          </p:cNvPr>
          <p:cNvSpPr>
            <a:spLocks noGrp="1"/>
          </p:cNvSpPr>
          <p:nvPr>
            <p:ph type="title" hasCustomPrompt="1"/>
          </p:nvPr>
        </p:nvSpPr>
        <p:spPr>
          <a:xfrm>
            <a:off x="1023951" y="736601"/>
            <a:ext cx="22249390" cy="878189"/>
          </a:xfrm>
          <a:prstGeom prst="rect">
            <a:avLst/>
          </a:prstGeom>
        </p:spPr>
        <p:txBody>
          <a:bodyPr vert="horz" lIns="0" tIns="50800" rIns="88900" bIns="50800" rtlCol="0" anchor="t">
            <a:spAutoFit/>
          </a:bodyPr>
          <a:lstStyle>
            <a:lvl1pPr>
              <a:defRPr lang="en-US" sz="5600" b="1" i="0" dirty="0">
                <a:solidFill>
                  <a:srgbClr val="12BD64"/>
                </a:solidFill>
                <a:latin typeface="Figtree" pitchFamily="2" charset="0"/>
              </a:defRPr>
            </a:lvl1pPr>
          </a:lstStyle>
          <a:p>
            <a:pPr lvl="0"/>
            <a:r>
              <a:rPr lang="en-US"/>
              <a:t>Disclaimer</a:t>
            </a:r>
          </a:p>
        </p:txBody>
      </p:sp>
      <p:cxnSp>
        <p:nvCxnSpPr>
          <p:cNvPr id="4" name="Straight Connector 3">
            <a:extLst>
              <a:ext uri="{FF2B5EF4-FFF2-40B4-BE49-F238E27FC236}">
                <a16:creationId xmlns:a16="http://schemas.microsoft.com/office/drawing/2014/main" id="{08EAC03A-6F70-9A71-FBE4-DCA59B6AE56A}"/>
              </a:ext>
            </a:extLst>
          </p:cNvPr>
          <p:cNvCxnSpPr>
            <a:cxnSpLocks/>
          </p:cNvCxnSpPr>
          <p:nvPr userDrawn="1"/>
        </p:nvCxnSpPr>
        <p:spPr>
          <a:xfrm>
            <a:off x="3590353" y="12735444"/>
            <a:ext cx="0" cy="530768"/>
          </a:xfrm>
          <a:prstGeom prst="line">
            <a:avLst/>
          </a:prstGeom>
          <a:ln w="31750">
            <a:solidFill>
              <a:srgbClr val="12BD64"/>
            </a:solidFill>
          </a:ln>
        </p:spPr>
        <p:style>
          <a:lnRef idx="3">
            <a:schemeClr val="dk1"/>
          </a:lnRef>
          <a:fillRef idx="0">
            <a:schemeClr val="dk1"/>
          </a:fillRef>
          <a:effectRef idx="2">
            <a:schemeClr val="dk1"/>
          </a:effectRef>
          <a:fontRef idx="minor">
            <a:schemeClr val="tx1"/>
          </a:fontRef>
        </p:style>
      </p:cxnSp>
      <p:sp>
        <p:nvSpPr>
          <p:cNvPr id="5" name="TextBox 4">
            <a:extLst>
              <a:ext uri="{FF2B5EF4-FFF2-40B4-BE49-F238E27FC236}">
                <a16:creationId xmlns:a16="http://schemas.microsoft.com/office/drawing/2014/main" id="{088814D3-23BF-472A-7793-E32DE0E2D349}"/>
              </a:ext>
            </a:extLst>
          </p:cNvPr>
          <p:cNvSpPr txBox="1"/>
          <p:nvPr userDrawn="1"/>
        </p:nvSpPr>
        <p:spPr>
          <a:xfrm>
            <a:off x="0" y="13236632"/>
            <a:ext cx="3590346" cy="430888"/>
          </a:xfrm>
          <a:prstGeom prst="rect">
            <a:avLst/>
          </a:prstGeom>
        </p:spPr>
        <p:txBody>
          <a:bodyPr lIns="177800" tIns="101600" rIns="177800" bIns="101600"/>
          <a:lstStyle>
            <a:defPPr>
              <a:defRPr lang="en-US"/>
            </a:defPPr>
            <a:lvl1pPr>
              <a:defRPr sz="800" b="0" i="0">
                <a:solidFill>
                  <a:schemeClr val="bg1"/>
                </a:solidFill>
                <a:latin typeface="Ubuntu Light" panose="020B0304030602030204" pitchFamily="34" charset="0"/>
              </a:defRPr>
            </a:lvl1pPr>
          </a:lstStyle>
          <a:p>
            <a:pPr lvl="0" algn="ctr"/>
            <a:r>
              <a:rPr lang="en-GB" sz="1200">
                <a:solidFill>
                  <a:srgbClr val="272726"/>
                </a:solidFill>
                <a:latin typeface="Figtree" pitchFamily="2" charset="0"/>
              </a:rPr>
              <a:t>Strictly private and confidential</a:t>
            </a:r>
          </a:p>
        </p:txBody>
      </p:sp>
      <p:pic>
        <p:nvPicPr>
          <p:cNvPr id="1026" name="Picture 2">
            <a:extLst>
              <a:ext uri="{FF2B5EF4-FFF2-40B4-BE49-F238E27FC236}">
                <a16:creationId xmlns:a16="http://schemas.microsoft.com/office/drawing/2014/main" id="{BB8CF565-9AB2-8E18-A16F-7520C81356A0}"/>
              </a:ext>
            </a:extLst>
          </p:cNvPr>
          <p:cNvPicPr>
            <a:picLocks noChangeAspect="1" noChangeArrowheads="1"/>
          </p:cNvPicPr>
          <p:nvPr userDrawn="1"/>
        </p:nvPicPr>
        <p:blipFill>
          <a:blip r:embed="rId2"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1023949" y="12758196"/>
            <a:ext cx="1772538" cy="478416"/>
          </a:xfrm>
          <a:prstGeom prst="rect">
            <a:avLst/>
          </a:prstGeom>
          <a:noFill/>
          <a:extLst>
            <a:ext uri="{909E8E84-426E-40DD-AFC4-6F175D3DCCD1}">
              <a14:hiddenFill xmlns:a14="http://schemas.microsoft.com/office/drawing/2010/main">
                <a:solidFill>
                  <a:srgbClr val="FFFFFF"/>
                </a:solidFill>
              </a14:hiddenFill>
            </a:ext>
          </a:extLst>
        </p:spPr>
      </p:pic>
      <p:sp>
        <p:nvSpPr>
          <p:cNvPr id="3" name="Text Placeholder 2">
            <a:extLst>
              <a:ext uri="{FF2B5EF4-FFF2-40B4-BE49-F238E27FC236}">
                <a16:creationId xmlns:a16="http://schemas.microsoft.com/office/drawing/2014/main" id="{B7F97870-454E-73AC-5F9C-A0CB3A63A1FF}"/>
              </a:ext>
            </a:extLst>
          </p:cNvPr>
          <p:cNvSpPr>
            <a:spLocks noGrp="1"/>
          </p:cNvSpPr>
          <p:nvPr>
            <p:ph type="body" idx="10"/>
          </p:nvPr>
        </p:nvSpPr>
        <p:spPr>
          <a:xfrm>
            <a:off x="3841760" y="12820828"/>
            <a:ext cx="19431571" cy="360000"/>
          </a:xfrm>
          <a:prstGeom prst="rect">
            <a:avLst/>
          </a:prstGeom>
        </p:spPr>
        <p:txBody>
          <a:bodyPr lIns="0" tIns="0" rIns="0" bIns="0" anchor="ctr">
            <a:noAutofit/>
          </a:bodyPr>
          <a:lstStyle>
            <a:lvl1pPr marL="0" indent="0">
              <a:lnSpc>
                <a:spcPct val="150000"/>
              </a:lnSpc>
              <a:buNone/>
              <a:defRPr sz="1600" b="0" i="0">
                <a:solidFill>
                  <a:schemeClr val="bg1">
                    <a:lumMod val="50000"/>
                  </a:schemeClr>
                </a:solidFill>
                <a:latin typeface="Figtree" pitchFamily="2" charset="0"/>
              </a:defRPr>
            </a:lvl1pPr>
            <a:lvl2pPr marL="914400" indent="0">
              <a:buNone/>
              <a:defRPr sz="4000">
                <a:solidFill>
                  <a:schemeClr val="tx1">
                    <a:tint val="75000"/>
                  </a:schemeClr>
                </a:solidFill>
              </a:defRPr>
            </a:lvl2pPr>
            <a:lvl3pPr marL="1828800" indent="0">
              <a:buNone/>
              <a:defRPr sz="3600">
                <a:solidFill>
                  <a:schemeClr val="tx1">
                    <a:tint val="75000"/>
                  </a:schemeClr>
                </a:solidFill>
              </a:defRPr>
            </a:lvl3pPr>
            <a:lvl4pPr marL="2743200" indent="0">
              <a:buNone/>
              <a:defRPr sz="3200">
                <a:solidFill>
                  <a:schemeClr val="tx1">
                    <a:tint val="75000"/>
                  </a:schemeClr>
                </a:solidFill>
              </a:defRPr>
            </a:lvl4pPr>
            <a:lvl5pPr marL="3657600" indent="0">
              <a:buNone/>
              <a:defRPr sz="3200">
                <a:solidFill>
                  <a:schemeClr val="tx1">
                    <a:tint val="75000"/>
                  </a:schemeClr>
                </a:solidFill>
              </a:defRPr>
            </a:lvl5pPr>
            <a:lvl6pPr marL="4572000" indent="0">
              <a:buNone/>
              <a:defRPr sz="3200">
                <a:solidFill>
                  <a:schemeClr val="tx1">
                    <a:tint val="75000"/>
                  </a:schemeClr>
                </a:solidFill>
              </a:defRPr>
            </a:lvl6pPr>
            <a:lvl7pPr marL="5486400" indent="0">
              <a:buNone/>
              <a:defRPr sz="3200">
                <a:solidFill>
                  <a:schemeClr val="tx1">
                    <a:tint val="75000"/>
                  </a:schemeClr>
                </a:solidFill>
              </a:defRPr>
            </a:lvl7pPr>
            <a:lvl8pPr marL="6400800" indent="0">
              <a:buNone/>
              <a:defRPr sz="3200">
                <a:solidFill>
                  <a:schemeClr val="tx1">
                    <a:tint val="75000"/>
                  </a:schemeClr>
                </a:solidFill>
              </a:defRPr>
            </a:lvl8pPr>
            <a:lvl9pPr marL="7315200" indent="0">
              <a:buNone/>
              <a:defRPr sz="32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663517284"/>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Executive Summar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023948" y="736599"/>
            <a:ext cx="22268928" cy="878189"/>
          </a:xfrm>
          <a:prstGeom prst="rect">
            <a:avLst/>
          </a:prstGeom>
        </p:spPr>
        <p:txBody>
          <a:bodyPr vert="horz" lIns="0" tIns="50800" rIns="88900" bIns="50800" rtlCol="0" anchor="t">
            <a:spAutoFit/>
          </a:bodyPr>
          <a:lstStyle>
            <a:lvl1pPr>
              <a:defRPr lang="en-US" sz="5600" b="1" i="0">
                <a:solidFill>
                  <a:srgbClr val="12BD64"/>
                </a:solidFill>
                <a:latin typeface="Figtree" pitchFamily="2" charset="0"/>
              </a:defRPr>
            </a:lvl1pPr>
          </a:lstStyle>
          <a:p>
            <a:pPr lvl="0"/>
            <a:r>
              <a:rPr lang="en-US"/>
              <a:t>Executive Summary</a:t>
            </a:r>
          </a:p>
        </p:txBody>
      </p:sp>
      <p:sp>
        <p:nvSpPr>
          <p:cNvPr id="6" name="Slide Number Placeholder 5"/>
          <p:cNvSpPr>
            <a:spLocks noGrp="1"/>
          </p:cNvSpPr>
          <p:nvPr>
            <p:ph type="sldNum" sz="quarter" idx="12"/>
          </p:nvPr>
        </p:nvSpPr>
        <p:spPr>
          <a:xfrm>
            <a:off x="22401427" y="12617451"/>
            <a:ext cx="871912" cy="730250"/>
          </a:xfrm>
          <a:prstGeom prst="rect">
            <a:avLst/>
          </a:prstGeom>
        </p:spPr>
        <p:txBody>
          <a:bodyPr anchor="ctr"/>
          <a:lstStyle>
            <a:lvl1pPr algn="r">
              <a:defRPr sz="2000">
                <a:solidFill>
                  <a:srgbClr val="272726"/>
                </a:solidFill>
                <a:latin typeface="Figtree" pitchFamily="2" charset="0"/>
              </a:defRPr>
            </a:lvl1pPr>
          </a:lstStyle>
          <a:p>
            <a:fld id="{5F99CA44-E461-4342-8946-62027848508A}" type="slidenum">
              <a:rPr lang="en-PT" smtClean="0"/>
              <a:pPr/>
              <a:t>‹#›</a:t>
            </a:fld>
            <a:endParaRPr lang="en-PT"/>
          </a:p>
        </p:txBody>
      </p:sp>
      <p:sp>
        <p:nvSpPr>
          <p:cNvPr id="7" name="Text Placeholder 2">
            <a:extLst>
              <a:ext uri="{FF2B5EF4-FFF2-40B4-BE49-F238E27FC236}">
                <a16:creationId xmlns:a16="http://schemas.microsoft.com/office/drawing/2014/main" id="{799E6E5C-959B-0563-604C-41387C657EA5}"/>
              </a:ext>
            </a:extLst>
          </p:cNvPr>
          <p:cNvSpPr>
            <a:spLocks noGrp="1"/>
          </p:cNvSpPr>
          <p:nvPr>
            <p:ph type="body" idx="1" hasCustomPrompt="1"/>
          </p:nvPr>
        </p:nvSpPr>
        <p:spPr>
          <a:xfrm>
            <a:off x="1023950" y="2968627"/>
            <a:ext cx="22249388" cy="9432922"/>
          </a:xfrm>
          <a:prstGeom prst="rect">
            <a:avLst/>
          </a:prstGeom>
        </p:spPr>
        <p:txBody>
          <a:bodyPr lIns="0" tIns="0" rIns="0" bIns="0">
            <a:noAutofit/>
          </a:bodyPr>
          <a:lstStyle>
            <a:lvl1pPr marL="342900" marR="0" indent="-342900" algn="l" defTabSz="1828800" rtl="0" eaLnBrk="1" fontAlgn="auto" latinLnBrk="0" hangingPunct="1">
              <a:lnSpc>
                <a:spcPct val="150000"/>
              </a:lnSpc>
              <a:spcBef>
                <a:spcPts val="2000"/>
              </a:spcBef>
              <a:spcAft>
                <a:spcPts val="0"/>
              </a:spcAft>
              <a:buClrTx/>
              <a:buSzTx/>
              <a:buFontTx/>
              <a:buBlip>
                <a:blip r:embed="rId2"/>
              </a:buBlip>
              <a:tabLst/>
              <a:defRPr sz="2400" b="0" i="0">
                <a:solidFill>
                  <a:srgbClr val="272726"/>
                </a:solidFill>
                <a:latin typeface="Ubuntu Light" panose="020B0304030602030204" pitchFamily="34" charset="0"/>
              </a:defRPr>
            </a:lvl1pPr>
            <a:lvl2pPr marL="914400" indent="0">
              <a:lnSpc>
                <a:spcPct val="150000"/>
              </a:lnSpc>
              <a:buFontTx/>
              <a:buBlip>
                <a:blip r:embed="rId2"/>
              </a:buBlip>
              <a:defRPr sz="2400" b="0" i="0">
                <a:solidFill>
                  <a:srgbClr val="272726"/>
                </a:solidFill>
                <a:latin typeface="Ubuntu Light" panose="020B0304030602030204" pitchFamily="34" charset="0"/>
              </a:defRPr>
            </a:lvl2pPr>
            <a:lvl3pPr marL="1828800" indent="0">
              <a:buNone/>
              <a:defRPr sz="3600">
                <a:solidFill>
                  <a:schemeClr val="tx1">
                    <a:tint val="75000"/>
                  </a:schemeClr>
                </a:solidFill>
              </a:defRPr>
            </a:lvl3pPr>
            <a:lvl4pPr marL="2743200" indent="0">
              <a:buNone/>
              <a:defRPr sz="3200">
                <a:solidFill>
                  <a:schemeClr val="tx1">
                    <a:tint val="75000"/>
                  </a:schemeClr>
                </a:solidFill>
              </a:defRPr>
            </a:lvl4pPr>
            <a:lvl5pPr marL="3657600" indent="0">
              <a:buNone/>
              <a:defRPr sz="3200">
                <a:solidFill>
                  <a:schemeClr val="tx1">
                    <a:tint val="75000"/>
                  </a:schemeClr>
                </a:solidFill>
              </a:defRPr>
            </a:lvl5pPr>
            <a:lvl6pPr marL="4572000" indent="0">
              <a:buNone/>
              <a:defRPr sz="3200">
                <a:solidFill>
                  <a:schemeClr val="tx1">
                    <a:tint val="75000"/>
                  </a:schemeClr>
                </a:solidFill>
              </a:defRPr>
            </a:lvl6pPr>
            <a:lvl7pPr marL="5486400" indent="0">
              <a:buNone/>
              <a:defRPr sz="3200">
                <a:solidFill>
                  <a:schemeClr val="tx1">
                    <a:tint val="75000"/>
                  </a:schemeClr>
                </a:solidFill>
              </a:defRPr>
            </a:lvl7pPr>
            <a:lvl8pPr marL="6400800" indent="0">
              <a:buNone/>
              <a:defRPr sz="3200">
                <a:solidFill>
                  <a:schemeClr val="tx1">
                    <a:tint val="75000"/>
                  </a:schemeClr>
                </a:solidFill>
              </a:defRPr>
            </a:lvl8pPr>
            <a:lvl9pPr marL="7315200" indent="0">
              <a:buNone/>
              <a:defRPr sz="3200">
                <a:solidFill>
                  <a:schemeClr val="tx1">
                    <a:tint val="75000"/>
                  </a:schemeClr>
                </a:solidFill>
              </a:defRPr>
            </a:lvl9pPr>
          </a:lstStyle>
          <a:p>
            <a:pPr lvl="0"/>
            <a:r>
              <a:rPr lang="en-GB"/>
              <a:t>[Insert]</a:t>
            </a:r>
          </a:p>
          <a:p>
            <a:pPr marL="914400" marR="0" lvl="1" indent="-342900" algn="l" defTabSz="1828800" rtl="0" eaLnBrk="1" fontAlgn="auto" latinLnBrk="0" hangingPunct="1">
              <a:lnSpc>
                <a:spcPct val="150000"/>
              </a:lnSpc>
              <a:spcBef>
                <a:spcPts val="2000"/>
              </a:spcBef>
              <a:spcAft>
                <a:spcPts val="0"/>
              </a:spcAft>
              <a:buClrTx/>
              <a:buSzTx/>
              <a:buFontTx/>
              <a:buBlip>
                <a:blip r:embed="rId2"/>
              </a:buBlip>
              <a:tabLst/>
              <a:defRPr/>
            </a:pPr>
            <a:r>
              <a:rPr lang="en-GB"/>
              <a:t>[Insert]</a:t>
            </a:r>
          </a:p>
          <a:p>
            <a:pPr lvl="0"/>
            <a:endParaRPr lang="en-GB"/>
          </a:p>
          <a:p>
            <a:pPr marL="457200" marR="0" lvl="0" indent="-457200" algn="l" defTabSz="1828800" rtl="0" eaLnBrk="1" fontAlgn="auto" latinLnBrk="0" hangingPunct="1">
              <a:lnSpc>
                <a:spcPct val="150000"/>
              </a:lnSpc>
              <a:spcBef>
                <a:spcPts val="2000"/>
              </a:spcBef>
              <a:spcAft>
                <a:spcPts val="0"/>
              </a:spcAft>
              <a:buClrTx/>
              <a:buSzTx/>
              <a:buFontTx/>
              <a:buBlip>
                <a:blip r:embed="rId3"/>
              </a:buBlip>
              <a:tabLst/>
              <a:defRPr/>
            </a:pPr>
            <a:endParaRPr lang="en-GB"/>
          </a:p>
          <a:p>
            <a:pPr lvl="0"/>
            <a:endParaRPr lang="en-GB"/>
          </a:p>
        </p:txBody>
      </p:sp>
      <p:sp>
        <p:nvSpPr>
          <p:cNvPr id="4" name="Text Placeholder 2">
            <a:extLst>
              <a:ext uri="{FF2B5EF4-FFF2-40B4-BE49-F238E27FC236}">
                <a16:creationId xmlns:a16="http://schemas.microsoft.com/office/drawing/2014/main" id="{FD0E173A-AAE7-656B-3F2A-E5057B56B1E7}"/>
              </a:ext>
            </a:extLst>
          </p:cNvPr>
          <p:cNvSpPr>
            <a:spLocks noGrp="1"/>
          </p:cNvSpPr>
          <p:nvPr>
            <p:ph type="body" idx="13" hasCustomPrompt="1"/>
          </p:nvPr>
        </p:nvSpPr>
        <p:spPr>
          <a:xfrm>
            <a:off x="1023948" y="1717381"/>
            <a:ext cx="22268928" cy="1152522"/>
          </a:xfrm>
          <a:prstGeom prst="rect">
            <a:avLst/>
          </a:prstGeom>
        </p:spPr>
        <p:txBody>
          <a:bodyPr lIns="0" tIns="0" rIns="0" bIns="0">
            <a:noAutofit/>
          </a:bodyPr>
          <a:lstStyle>
            <a:lvl1pPr marL="0" indent="0">
              <a:lnSpc>
                <a:spcPct val="100000"/>
              </a:lnSpc>
              <a:spcBef>
                <a:spcPts val="0"/>
              </a:spcBef>
              <a:buNone/>
              <a:defRPr sz="3200" b="0" i="0">
                <a:solidFill>
                  <a:schemeClr val="bg1">
                    <a:lumMod val="65000"/>
                  </a:schemeClr>
                </a:solidFill>
                <a:latin typeface="Figtree" pitchFamily="2" charset="0"/>
              </a:defRPr>
            </a:lvl1pPr>
            <a:lvl2pPr marL="914400" indent="0">
              <a:buNone/>
              <a:defRPr sz="4000">
                <a:solidFill>
                  <a:schemeClr val="tx1">
                    <a:tint val="75000"/>
                  </a:schemeClr>
                </a:solidFill>
              </a:defRPr>
            </a:lvl2pPr>
            <a:lvl3pPr marL="1828800" indent="0">
              <a:buNone/>
              <a:defRPr sz="3600">
                <a:solidFill>
                  <a:schemeClr val="tx1">
                    <a:tint val="75000"/>
                  </a:schemeClr>
                </a:solidFill>
              </a:defRPr>
            </a:lvl3pPr>
            <a:lvl4pPr marL="2743200" indent="0">
              <a:buNone/>
              <a:defRPr sz="3200">
                <a:solidFill>
                  <a:schemeClr val="tx1">
                    <a:tint val="75000"/>
                  </a:schemeClr>
                </a:solidFill>
              </a:defRPr>
            </a:lvl4pPr>
            <a:lvl5pPr marL="3657600" indent="0">
              <a:buNone/>
              <a:defRPr sz="3200">
                <a:solidFill>
                  <a:schemeClr val="tx1">
                    <a:tint val="75000"/>
                  </a:schemeClr>
                </a:solidFill>
              </a:defRPr>
            </a:lvl5pPr>
            <a:lvl6pPr marL="4572000" indent="0">
              <a:buNone/>
              <a:defRPr sz="3200">
                <a:solidFill>
                  <a:schemeClr val="tx1">
                    <a:tint val="75000"/>
                  </a:schemeClr>
                </a:solidFill>
              </a:defRPr>
            </a:lvl6pPr>
            <a:lvl7pPr marL="5486400" indent="0">
              <a:buNone/>
              <a:defRPr sz="3200">
                <a:solidFill>
                  <a:schemeClr val="tx1">
                    <a:tint val="75000"/>
                  </a:schemeClr>
                </a:solidFill>
              </a:defRPr>
            </a:lvl7pPr>
            <a:lvl8pPr marL="6400800" indent="0">
              <a:buNone/>
              <a:defRPr sz="3200">
                <a:solidFill>
                  <a:schemeClr val="tx1">
                    <a:tint val="75000"/>
                  </a:schemeClr>
                </a:solidFill>
              </a:defRPr>
            </a:lvl8pPr>
            <a:lvl9pPr marL="7315200" indent="0">
              <a:buNone/>
              <a:defRPr sz="3200">
                <a:solidFill>
                  <a:schemeClr val="tx1">
                    <a:tint val="75000"/>
                  </a:schemeClr>
                </a:solidFill>
              </a:defRPr>
            </a:lvl9pPr>
          </a:lstStyle>
          <a:p>
            <a:pPr lvl="0"/>
            <a:r>
              <a:rPr lang="en-US"/>
              <a:t>Click to edit Master title style</a:t>
            </a:r>
          </a:p>
        </p:txBody>
      </p:sp>
      <p:cxnSp>
        <p:nvCxnSpPr>
          <p:cNvPr id="3" name="Straight Connector 2">
            <a:extLst>
              <a:ext uri="{FF2B5EF4-FFF2-40B4-BE49-F238E27FC236}">
                <a16:creationId xmlns:a16="http://schemas.microsoft.com/office/drawing/2014/main" id="{89D03A45-5C4A-F680-8BBB-3BF38258537D}"/>
              </a:ext>
            </a:extLst>
          </p:cNvPr>
          <p:cNvCxnSpPr>
            <a:cxnSpLocks/>
          </p:cNvCxnSpPr>
          <p:nvPr userDrawn="1"/>
        </p:nvCxnSpPr>
        <p:spPr>
          <a:xfrm>
            <a:off x="3590353" y="12735444"/>
            <a:ext cx="0" cy="530768"/>
          </a:xfrm>
          <a:prstGeom prst="line">
            <a:avLst/>
          </a:prstGeom>
          <a:ln w="31750">
            <a:solidFill>
              <a:srgbClr val="12BD64"/>
            </a:solidFill>
          </a:ln>
        </p:spPr>
        <p:style>
          <a:lnRef idx="3">
            <a:schemeClr val="dk1"/>
          </a:lnRef>
          <a:fillRef idx="0">
            <a:schemeClr val="dk1"/>
          </a:fillRef>
          <a:effectRef idx="2">
            <a:schemeClr val="dk1"/>
          </a:effectRef>
          <a:fontRef idx="minor">
            <a:schemeClr val="tx1"/>
          </a:fontRef>
        </p:style>
      </p:cxnSp>
      <p:sp>
        <p:nvSpPr>
          <p:cNvPr id="9" name="TextBox 8">
            <a:extLst>
              <a:ext uri="{FF2B5EF4-FFF2-40B4-BE49-F238E27FC236}">
                <a16:creationId xmlns:a16="http://schemas.microsoft.com/office/drawing/2014/main" id="{9E76DE7C-1B12-64D2-D8BE-3FDC14A89F29}"/>
              </a:ext>
            </a:extLst>
          </p:cNvPr>
          <p:cNvSpPr txBox="1"/>
          <p:nvPr userDrawn="1"/>
        </p:nvSpPr>
        <p:spPr>
          <a:xfrm>
            <a:off x="0" y="13236632"/>
            <a:ext cx="3590346" cy="430888"/>
          </a:xfrm>
          <a:prstGeom prst="rect">
            <a:avLst/>
          </a:prstGeom>
        </p:spPr>
        <p:txBody>
          <a:bodyPr lIns="177800" tIns="101600" rIns="177800" bIns="101600"/>
          <a:lstStyle>
            <a:defPPr>
              <a:defRPr lang="en-US"/>
            </a:defPPr>
            <a:lvl1pPr>
              <a:defRPr sz="800" b="0" i="0">
                <a:solidFill>
                  <a:schemeClr val="bg1"/>
                </a:solidFill>
                <a:latin typeface="Ubuntu Light" panose="020B0304030602030204" pitchFamily="34" charset="0"/>
              </a:defRPr>
            </a:lvl1pPr>
          </a:lstStyle>
          <a:p>
            <a:pPr lvl="0" algn="ctr"/>
            <a:r>
              <a:rPr lang="en-GB" sz="1200">
                <a:solidFill>
                  <a:srgbClr val="272726"/>
                </a:solidFill>
                <a:latin typeface="Figtree" pitchFamily="2" charset="0"/>
              </a:rPr>
              <a:t>Strictly private and confidential</a:t>
            </a:r>
          </a:p>
        </p:txBody>
      </p:sp>
      <p:pic>
        <p:nvPicPr>
          <p:cNvPr id="10" name="Picture 2">
            <a:extLst>
              <a:ext uri="{FF2B5EF4-FFF2-40B4-BE49-F238E27FC236}">
                <a16:creationId xmlns:a16="http://schemas.microsoft.com/office/drawing/2014/main" id="{E7D72192-5702-14B4-9C8B-97A1650EB275}"/>
              </a:ext>
            </a:extLst>
          </p:cNvPr>
          <p:cNvPicPr>
            <a:picLocks noChangeAspect="1" noChangeArrowheads="1"/>
          </p:cNvPicPr>
          <p:nvPr userDrawn="1"/>
        </p:nvPicPr>
        <p:blipFill>
          <a:blip r:embed="rId4"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1023949" y="12758196"/>
            <a:ext cx="1772538" cy="478416"/>
          </a:xfrm>
          <a:prstGeom prst="rect">
            <a:avLst/>
          </a:prstGeom>
          <a:noFill/>
          <a:extLst>
            <a:ext uri="{909E8E84-426E-40DD-AFC4-6F175D3DCCD1}">
              <a14:hiddenFill xmlns:a14="http://schemas.microsoft.com/office/drawing/2010/main">
                <a:solidFill>
                  <a:srgbClr val="FFFFFF"/>
                </a:solidFill>
              </a14:hiddenFill>
            </a:ext>
          </a:extLst>
        </p:spPr>
      </p:pic>
      <p:sp>
        <p:nvSpPr>
          <p:cNvPr id="11" name="Text Placeholder 2">
            <a:extLst>
              <a:ext uri="{FF2B5EF4-FFF2-40B4-BE49-F238E27FC236}">
                <a16:creationId xmlns:a16="http://schemas.microsoft.com/office/drawing/2014/main" id="{AC7DFB26-E374-4EDE-227D-9EBA6A05169E}"/>
              </a:ext>
            </a:extLst>
          </p:cNvPr>
          <p:cNvSpPr>
            <a:spLocks noGrp="1"/>
          </p:cNvSpPr>
          <p:nvPr>
            <p:ph type="body" idx="10"/>
          </p:nvPr>
        </p:nvSpPr>
        <p:spPr>
          <a:xfrm>
            <a:off x="3841762" y="12820828"/>
            <a:ext cx="18559657" cy="360000"/>
          </a:xfrm>
          <a:prstGeom prst="rect">
            <a:avLst/>
          </a:prstGeom>
        </p:spPr>
        <p:txBody>
          <a:bodyPr lIns="0" tIns="0" rIns="0" bIns="0" anchor="ctr">
            <a:noAutofit/>
          </a:bodyPr>
          <a:lstStyle>
            <a:lvl1pPr marL="0" indent="0">
              <a:lnSpc>
                <a:spcPct val="150000"/>
              </a:lnSpc>
              <a:buNone/>
              <a:defRPr sz="1600" b="0" i="0">
                <a:solidFill>
                  <a:schemeClr val="bg1">
                    <a:lumMod val="50000"/>
                  </a:schemeClr>
                </a:solidFill>
                <a:latin typeface="Figtree" pitchFamily="2" charset="0"/>
              </a:defRPr>
            </a:lvl1pPr>
            <a:lvl2pPr marL="914400" indent="0">
              <a:buNone/>
              <a:defRPr sz="4000">
                <a:solidFill>
                  <a:schemeClr val="tx1">
                    <a:tint val="75000"/>
                  </a:schemeClr>
                </a:solidFill>
              </a:defRPr>
            </a:lvl2pPr>
            <a:lvl3pPr marL="1828800" indent="0">
              <a:buNone/>
              <a:defRPr sz="3600">
                <a:solidFill>
                  <a:schemeClr val="tx1">
                    <a:tint val="75000"/>
                  </a:schemeClr>
                </a:solidFill>
              </a:defRPr>
            </a:lvl3pPr>
            <a:lvl4pPr marL="2743200" indent="0">
              <a:buNone/>
              <a:defRPr sz="3200">
                <a:solidFill>
                  <a:schemeClr val="tx1">
                    <a:tint val="75000"/>
                  </a:schemeClr>
                </a:solidFill>
              </a:defRPr>
            </a:lvl4pPr>
            <a:lvl5pPr marL="3657600" indent="0">
              <a:buNone/>
              <a:defRPr sz="3200">
                <a:solidFill>
                  <a:schemeClr val="tx1">
                    <a:tint val="75000"/>
                  </a:schemeClr>
                </a:solidFill>
              </a:defRPr>
            </a:lvl5pPr>
            <a:lvl6pPr marL="4572000" indent="0">
              <a:buNone/>
              <a:defRPr sz="3200">
                <a:solidFill>
                  <a:schemeClr val="tx1">
                    <a:tint val="75000"/>
                  </a:schemeClr>
                </a:solidFill>
              </a:defRPr>
            </a:lvl6pPr>
            <a:lvl7pPr marL="5486400" indent="0">
              <a:buNone/>
              <a:defRPr sz="3200">
                <a:solidFill>
                  <a:schemeClr val="tx1">
                    <a:tint val="75000"/>
                  </a:schemeClr>
                </a:solidFill>
              </a:defRPr>
            </a:lvl7pPr>
            <a:lvl8pPr marL="6400800" indent="0">
              <a:buNone/>
              <a:defRPr sz="3200">
                <a:solidFill>
                  <a:schemeClr val="tx1">
                    <a:tint val="75000"/>
                  </a:schemeClr>
                </a:solidFill>
              </a:defRPr>
            </a:lvl8pPr>
            <a:lvl9pPr marL="7315200" indent="0">
              <a:buNone/>
              <a:defRPr sz="32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854738922"/>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pter">
    <p:bg>
      <p:bgRef idx="1001">
        <a:schemeClr val="bg1"/>
      </p:bgRef>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8AF32B2-DBC1-6EC9-64A8-7E82912AD84C}"/>
              </a:ext>
            </a:extLst>
          </p:cNvPr>
          <p:cNvSpPr>
            <a:spLocks noGrp="1"/>
          </p:cNvSpPr>
          <p:nvPr>
            <p:ph type="title" hasCustomPrompt="1"/>
          </p:nvPr>
        </p:nvSpPr>
        <p:spPr>
          <a:xfrm>
            <a:off x="1023948" y="736599"/>
            <a:ext cx="22268928" cy="878189"/>
          </a:xfrm>
          <a:prstGeom prst="rect">
            <a:avLst/>
          </a:prstGeom>
        </p:spPr>
        <p:txBody>
          <a:bodyPr vert="horz" lIns="0" tIns="50800" rIns="88900" bIns="50800" rtlCol="0" anchor="t">
            <a:spAutoFit/>
          </a:bodyPr>
          <a:lstStyle>
            <a:lvl1pPr>
              <a:defRPr lang="en-US" sz="5600" b="1" i="0">
                <a:solidFill>
                  <a:srgbClr val="12BD64"/>
                </a:solidFill>
                <a:latin typeface="Figtree" pitchFamily="2" charset="0"/>
              </a:defRPr>
            </a:lvl1pPr>
          </a:lstStyle>
          <a:p>
            <a:pPr lvl="0"/>
            <a:r>
              <a:rPr lang="en-US"/>
              <a:t>Title | Subtitle</a:t>
            </a:r>
          </a:p>
        </p:txBody>
      </p:sp>
      <p:sp>
        <p:nvSpPr>
          <p:cNvPr id="13" name="Text Placeholder 2">
            <a:extLst>
              <a:ext uri="{FF2B5EF4-FFF2-40B4-BE49-F238E27FC236}">
                <a16:creationId xmlns:a16="http://schemas.microsoft.com/office/drawing/2014/main" id="{C86B6272-C041-7879-95A5-FA182E049EC8}"/>
              </a:ext>
            </a:extLst>
          </p:cNvPr>
          <p:cNvSpPr>
            <a:spLocks noGrp="1"/>
          </p:cNvSpPr>
          <p:nvPr>
            <p:ph type="body" idx="13" hasCustomPrompt="1"/>
          </p:nvPr>
        </p:nvSpPr>
        <p:spPr>
          <a:xfrm>
            <a:off x="1031765" y="1727200"/>
            <a:ext cx="22261114" cy="1143000"/>
          </a:xfrm>
          <a:prstGeom prst="rect">
            <a:avLst/>
          </a:prstGeom>
        </p:spPr>
        <p:txBody>
          <a:bodyPr lIns="0" tIns="0" rIns="0" bIns="0">
            <a:noAutofit/>
          </a:bodyPr>
          <a:lstStyle>
            <a:lvl1pPr>
              <a:defRPr lang="en-US" sz="3200" b="0" i="0" dirty="0">
                <a:solidFill>
                  <a:schemeClr val="bg1">
                    <a:lumMod val="65000"/>
                  </a:schemeClr>
                </a:solidFill>
                <a:latin typeface="Figtree" pitchFamily="2" charset="0"/>
              </a:defRPr>
            </a:lvl1pPr>
          </a:lstStyle>
          <a:p>
            <a:pPr marL="0" lvl="0" indent="0">
              <a:lnSpc>
                <a:spcPct val="100000"/>
              </a:lnSpc>
              <a:spcBef>
                <a:spcPts val="0"/>
              </a:spcBef>
              <a:buNone/>
            </a:pPr>
            <a:r>
              <a:rPr lang="en-US"/>
              <a:t>Click to edit Master title style</a:t>
            </a:r>
          </a:p>
        </p:txBody>
      </p:sp>
      <p:sp>
        <p:nvSpPr>
          <p:cNvPr id="2" name="Text Placeholder 2">
            <a:extLst>
              <a:ext uri="{FF2B5EF4-FFF2-40B4-BE49-F238E27FC236}">
                <a16:creationId xmlns:a16="http://schemas.microsoft.com/office/drawing/2014/main" id="{518A67EA-4791-2973-4C66-F9F1B8A4847A}"/>
              </a:ext>
            </a:extLst>
          </p:cNvPr>
          <p:cNvSpPr>
            <a:spLocks noGrp="1"/>
          </p:cNvSpPr>
          <p:nvPr>
            <p:ph type="body" idx="1"/>
          </p:nvPr>
        </p:nvSpPr>
        <p:spPr>
          <a:xfrm>
            <a:off x="1031762" y="2968627"/>
            <a:ext cx="22261114" cy="9426574"/>
          </a:xfrm>
          <a:prstGeom prst="rect">
            <a:avLst/>
          </a:prstGeom>
        </p:spPr>
        <p:txBody>
          <a:bodyPr lIns="0" tIns="0" rIns="0" bIns="0">
            <a:noAutofit/>
          </a:bodyPr>
          <a:lstStyle>
            <a:lvl1pPr marL="0" indent="0">
              <a:lnSpc>
                <a:spcPct val="150000"/>
              </a:lnSpc>
              <a:buNone/>
              <a:defRPr sz="2400" b="0" i="0">
                <a:solidFill>
                  <a:srgbClr val="31322F"/>
                </a:solidFill>
                <a:latin typeface="Figtree" pitchFamily="2" charset="0"/>
              </a:defRPr>
            </a:lvl1pPr>
            <a:lvl2pPr marL="914400" indent="0">
              <a:buNone/>
              <a:defRPr sz="4000">
                <a:solidFill>
                  <a:schemeClr val="tx1">
                    <a:tint val="75000"/>
                  </a:schemeClr>
                </a:solidFill>
              </a:defRPr>
            </a:lvl2pPr>
            <a:lvl3pPr marL="1828800" indent="0">
              <a:buNone/>
              <a:defRPr sz="3600">
                <a:solidFill>
                  <a:schemeClr val="tx1">
                    <a:tint val="75000"/>
                  </a:schemeClr>
                </a:solidFill>
              </a:defRPr>
            </a:lvl3pPr>
            <a:lvl4pPr marL="2743200" indent="0">
              <a:buNone/>
              <a:defRPr sz="3200">
                <a:solidFill>
                  <a:schemeClr val="tx1">
                    <a:tint val="75000"/>
                  </a:schemeClr>
                </a:solidFill>
              </a:defRPr>
            </a:lvl4pPr>
            <a:lvl5pPr marL="3657600" indent="0">
              <a:buNone/>
              <a:defRPr sz="3200">
                <a:solidFill>
                  <a:schemeClr val="tx1">
                    <a:tint val="75000"/>
                  </a:schemeClr>
                </a:solidFill>
              </a:defRPr>
            </a:lvl5pPr>
            <a:lvl6pPr marL="4572000" indent="0">
              <a:buNone/>
              <a:defRPr sz="3200">
                <a:solidFill>
                  <a:schemeClr val="tx1">
                    <a:tint val="75000"/>
                  </a:schemeClr>
                </a:solidFill>
              </a:defRPr>
            </a:lvl6pPr>
            <a:lvl7pPr marL="5486400" indent="0">
              <a:buNone/>
              <a:defRPr sz="3200">
                <a:solidFill>
                  <a:schemeClr val="tx1">
                    <a:tint val="75000"/>
                  </a:schemeClr>
                </a:solidFill>
              </a:defRPr>
            </a:lvl7pPr>
            <a:lvl8pPr marL="6400800" indent="0">
              <a:buNone/>
              <a:defRPr sz="3200">
                <a:solidFill>
                  <a:schemeClr val="tx1">
                    <a:tint val="75000"/>
                  </a:schemeClr>
                </a:solidFill>
              </a:defRPr>
            </a:lvl8pPr>
            <a:lvl9pPr marL="7315200" indent="0">
              <a:buNone/>
              <a:defRPr sz="3200">
                <a:solidFill>
                  <a:schemeClr val="tx1">
                    <a:tint val="75000"/>
                  </a:schemeClr>
                </a:solidFill>
              </a:defRPr>
            </a:lvl9pPr>
          </a:lstStyle>
          <a:p>
            <a:pPr lvl="0"/>
            <a:r>
              <a:rPr lang="en-US"/>
              <a:t>Click to edit Master text styles</a:t>
            </a:r>
          </a:p>
        </p:txBody>
      </p:sp>
      <p:sp>
        <p:nvSpPr>
          <p:cNvPr id="3" name="Slide Number Placeholder 5">
            <a:extLst>
              <a:ext uri="{FF2B5EF4-FFF2-40B4-BE49-F238E27FC236}">
                <a16:creationId xmlns:a16="http://schemas.microsoft.com/office/drawing/2014/main" id="{53D48EC9-04D3-2291-BAF2-A97EB690F422}"/>
              </a:ext>
            </a:extLst>
          </p:cNvPr>
          <p:cNvSpPr>
            <a:spLocks noGrp="1"/>
          </p:cNvSpPr>
          <p:nvPr>
            <p:ph type="sldNum" sz="quarter" idx="12"/>
          </p:nvPr>
        </p:nvSpPr>
        <p:spPr>
          <a:xfrm>
            <a:off x="22401427" y="12617451"/>
            <a:ext cx="871912" cy="730250"/>
          </a:xfrm>
          <a:prstGeom prst="rect">
            <a:avLst/>
          </a:prstGeom>
        </p:spPr>
        <p:txBody>
          <a:bodyPr anchor="ctr"/>
          <a:lstStyle>
            <a:lvl1pPr algn="r">
              <a:defRPr sz="2000">
                <a:solidFill>
                  <a:srgbClr val="272726"/>
                </a:solidFill>
                <a:latin typeface="Figtree" pitchFamily="2" charset="0"/>
              </a:defRPr>
            </a:lvl1pPr>
          </a:lstStyle>
          <a:p>
            <a:fld id="{5F99CA44-E461-4342-8946-62027848508A}" type="slidenum">
              <a:rPr lang="en-PT" smtClean="0"/>
              <a:pPr/>
              <a:t>‹#›</a:t>
            </a:fld>
            <a:endParaRPr lang="en-PT"/>
          </a:p>
        </p:txBody>
      </p:sp>
      <p:cxnSp>
        <p:nvCxnSpPr>
          <p:cNvPr id="4" name="Straight Connector 3">
            <a:extLst>
              <a:ext uri="{FF2B5EF4-FFF2-40B4-BE49-F238E27FC236}">
                <a16:creationId xmlns:a16="http://schemas.microsoft.com/office/drawing/2014/main" id="{7F8BD189-BBFA-7BF3-CD5E-4D4C020883E5}"/>
              </a:ext>
            </a:extLst>
          </p:cNvPr>
          <p:cNvCxnSpPr>
            <a:cxnSpLocks/>
          </p:cNvCxnSpPr>
          <p:nvPr userDrawn="1"/>
        </p:nvCxnSpPr>
        <p:spPr>
          <a:xfrm>
            <a:off x="3590353" y="12735444"/>
            <a:ext cx="0" cy="530768"/>
          </a:xfrm>
          <a:prstGeom prst="line">
            <a:avLst/>
          </a:prstGeom>
          <a:ln w="31750">
            <a:solidFill>
              <a:srgbClr val="12BD64"/>
            </a:solidFill>
          </a:ln>
        </p:spPr>
        <p:style>
          <a:lnRef idx="3">
            <a:schemeClr val="dk1"/>
          </a:lnRef>
          <a:fillRef idx="0">
            <a:schemeClr val="dk1"/>
          </a:fillRef>
          <a:effectRef idx="2">
            <a:schemeClr val="dk1"/>
          </a:effectRef>
          <a:fontRef idx="minor">
            <a:schemeClr val="tx1"/>
          </a:fontRef>
        </p:style>
      </p:cxnSp>
      <p:sp>
        <p:nvSpPr>
          <p:cNvPr id="9" name="TextBox 8">
            <a:extLst>
              <a:ext uri="{FF2B5EF4-FFF2-40B4-BE49-F238E27FC236}">
                <a16:creationId xmlns:a16="http://schemas.microsoft.com/office/drawing/2014/main" id="{07F1790B-BD89-94DB-4E2C-DFFDD7A3B92C}"/>
              </a:ext>
            </a:extLst>
          </p:cNvPr>
          <p:cNvSpPr txBox="1"/>
          <p:nvPr userDrawn="1"/>
        </p:nvSpPr>
        <p:spPr>
          <a:xfrm>
            <a:off x="0" y="13236632"/>
            <a:ext cx="3590346" cy="430888"/>
          </a:xfrm>
          <a:prstGeom prst="rect">
            <a:avLst/>
          </a:prstGeom>
        </p:spPr>
        <p:txBody>
          <a:bodyPr lIns="177800" tIns="101600" rIns="177800" bIns="101600"/>
          <a:lstStyle>
            <a:defPPr>
              <a:defRPr lang="en-US"/>
            </a:defPPr>
            <a:lvl1pPr>
              <a:defRPr sz="800" b="0" i="0">
                <a:solidFill>
                  <a:schemeClr val="bg1"/>
                </a:solidFill>
                <a:latin typeface="Ubuntu Light" panose="020B0304030602030204" pitchFamily="34" charset="0"/>
              </a:defRPr>
            </a:lvl1pPr>
          </a:lstStyle>
          <a:p>
            <a:pPr lvl="0" algn="ctr"/>
            <a:r>
              <a:rPr lang="en-GB" sz="1200">
                <a:solidFill>
                  <a:srgbClr val="272726"/>
                </a:solidFill>
                <a:latin typeface="Figtree" pitchFamily="2" charset="0"/>
              </a:rPr>
              <a:t>Strictly private and confidential</a:t>
            </a:r>
          </a:p>
        </p:txBody>
      </p:sp>
      <p:pic>
        <p:nvPicPr>
          <p:cNvPr id="10" name="Picture 2">
            <a:extLst>
              <a:ext uri="{FF2B5EF4-FFF2-40B4-BE49-F238E27FC236}">
                <a16:creationId xmlns:a16="http://schemas.microsoft.com/office/drawing/2014/main" id="{FF455D8E-4AF3-89DF-B48D-EC9535E1D47D}"/>
              </a:ext>
            </a:extLst>
          </p:cNvPr>
          <p:cNvPicPr>
            <a:picLocks noChangeAspect="1" noChangeArrowheads="1"/>
          </p:cNvPicPr>
          <p:nvPr userDrawn="1"/>
        </p:nvPicPr>
        <p:blipFill>
          <a:blip r:embed="rId3"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1023949" y="12758196"/>
            <a:ext cx="1772538" cy="478416"/>
          </a:xfrm>
          <a:prstGeom prst="rect">
            <a:avLst/>
          </a:prstGeom>
          <a:noFill/>
          <a:extLst>
            <a:ext uri="{909E8E84-426E-40DD-AFC4-6F175D3DCCD1}">
              <a14:hiddenFill xmlns:a14="http://schemas.microsoft.com/office/drawing/2010/main">
                <a:solidFill>
                  <a:srgbClr val="FFFFFF"/>
                </a:solidFill>
              </a14:hiddenFill>
            </a:ext>
          </a:extLst>
        </p:spPr>
      </p:pic>
      <p:sp>
        <p:nvSpPr>
          <p:cNvPr id="11" name="Text Placeholder 2">
            <a:extLst>
              <a:ext uri="{FF2B5EF4-FFF2-40B4-BE49-F238E27FC236}">
                <a16:creationId xmlns:a16="http://schemas.microsoft.com/office/drawing/2014/main" id="{DADF9DE2-2D8C-507F-12A5-82CFBFFF6603}"/>
              </a:ext>
            </a:extLst>
          </p:cNvPr>
          <p:cNvSpPr>
            <a:spLocks noGrp="1"/>
          </p:cNvSpPr>
          <p:nvPr>
            <p:ph type="body" idx="10"/>
          </p:nvPr>
        </p:nvSpPr>
        <p:spPr>
          <a:xfrm>
            <a:off x="3841762" y="12820828"/>
            <a:ext cx="18559657" cy="360000"/>
          </a:xfrm>
          <a:prstGeom prst="rect">
            <a:avLst/>
          </a:prstGeom>
        </p:spPr>
        <p:txBody>
          <a:bodyPr lIns="0" tIns="0" rIns="0" bIns="0" anchor="ctr">
            <a:noAutofit/>
          </a:bodyPr>
          <a:lstStyle>
            <a:lvl1pPr marL="0" indent="0">
              <a:lnSpc>
                <a:spcPct val="150000"/>
              </a:lnSpc>
              <a:buNone/>
              <a:defRPr sz="1600" b="0" i="0">
                <a:solidFill>
                  <a:schemeClr val="bg1">
                    <a:lumMod val="50000"/>
                  </a:schemeClr>
                </a:solidFill>
                <a:latin typeface="Figtree" pitchFamily="2" charset="0"/>
              </a:defRPr>
            </a:lvl1pPr>
            <a:lvl2pPr marL="914400" indent="0">
              <a:buNone/>
              <a:defRPr sz="4000">
                <a:solidFill>
                  <a:schemeClr val="tx1">
                    <a:tint val="75000"/>
                  </a:schemeClr>
                </a:solidFill>
              </a:defRPr>
            </a:lvl2pPr>
            <a:lvl3pPr marL="1828800" indent="0">
              <a:buNone/>
              <a:defRPr sz="3600">
                <a:solidFill>
                  <a:schemeClr val="tx1">
                    <a:tint val="75000"/>
                  </a:schemeClr>
                </a:solidFill>
              </a:defRPr>
            </a:lvl3pPr>
            <a:lvl4pPr marL="2743200" indent="0">
              <a:buNone/>
              <a:defRPr sz="3200">
                <a:solidFill>
                  <a:schemeClr val="tx1">
                    <a:tint val="75000"/>
                  </a:schemeClr>
                </a:solidFill>
              </a:defRPr>
            </a:lvl4pPr>
            <a:lvl5pPr marL="3657600" indent="0">
              <a:buNone/>
              <a:defRPr sz="3200">
                <a:solidFill>
                  <a:schemeClr val="tx1">
                    <a:tint val="75000"/>
                  </a:schemeClr>
                </a:solidFill>
              </a:defRPr>
            </a:lvl5pPr>
            <a:lvl6pPr marL="4572000" indent="0">
              <a:buNone/>
              <a:defRPr sz="3200">
                <a:solidFill>
                  <a:schemeClr val="tx1">
                    <a:tint val="75000"/>
                  </a:schemeClr>
                </a:solidFill>
              </a:defRPr>
            </a:lvl6pPr>
            <a:lvl7pPr marL="5486400" indent="0">
              <a:buNone/>
              <a:defRPr sz="3200">
                <a:solidFill>
                  <a:schemeClr val="tx1">
                    <a:tint val="75000"/>
                  </a:schemeClr>
                </a:solidFill>
              </a:defRPr>
            </a:lvl7pPr>
            <a:lvl8pPr marL="6400800" indent="0">
              <a:buNone/>
              <a:defRPr sz="3200">
                <a:solidFill>
                  <a:schemeClr val="tx1">
                    <a:tint val="75000"/>
                  </a:schemeClr>
                </a:solidFill>
              </a:defRPr>
            </a:lvl8pPr>
            <a:lvl9pPr marL="7315200" indent="0">
              <a:buNone/>
              <a:defRPr sz="32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944613997"/>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able Layou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8AF32B2-DBC1-6EC9-64A8-7E82912AD84C}"/>
              </a:ext>
            </a:extLst>
          </p:cNvPr>
          <p:cNvSpPr>
            <a:spLocks noGrp="1"/>
          </p:cNvSpPr>
          <p:nvPr>
            <p:ph type="title" hasCustomPrompt="1"/>
          </p:nvPr>
        </p:nvSpPr>
        <p:spPr>
          <a:xfrm>
            <a:off x="1023948" y="736599"/>
            <a:ext cx="22268928" cy="878189"/>
          </a:xfrm>
          <a:prstGeom prst="rect">
            <a:avLst/>
          </a:prstGeom>
        </p:spPr>
        <p:txBody>
          <a:bodyPr vert="horz" lIns="0" tIns="50800" rIns="88900" bIns="50800" rtlCol="0" anchor="t">
            <a:spAutoFit/>
          </a:bodyPr>
          <a:lstStyle>
            <a:lvl1pPr>
              <a:defRPr lang="en-US" sz="5600" b="1" i="0">
                <a:solidFill>
                  <a:srgbClr val="12BD64"/>
                </a:solidFill>
                <a:latin typeface="Figtree" pitchFamily="2" charset="0"/>
              </a:defRPr>
            </a:lvl1pPr>
          </a:lstStyle>
          <a:p>
            <a:pPr lvl="0"/>
            <a:r>
              <a:rPr lang="en-US"/>
              <a:t>Title | Subtitle</a:t>
            </a:r>
          </a:p>
        </p:txBody>
      </p:sp>
      <p:sp>
        <p:nvSpPr>
          <p:cNvPr id="13" name="Text Placeholder 2">
            <a:extLst>
              <a:ext uri="{FF2B5EF4-FFF2-40B4-BE49-F238E27FC236}">
                <a16:creationId xmlns:a16="http://schemas.microsoft.com/office/drawing/2014/main" id="{C86B6272-C041-7879-95A5-FA182E049EC8}"/>
              </a:ext>
            </a:extLst>
          </p:cNvPr>
          <p:cNvSpPr>
            <a:spLocks noGrp="1"/>
          </p:cNvSpPr>
          <p:nvPr>
            <p:ph type="body" idx="13" hasCustomPrompt="1"/>
          </p:nvPr>
        </p:nvSpPr>
        <p:spPr>
          <a:xfrm>
            <a:off x="1031765" y="1727200"/>
            <a:ext cx="22261114" cy="1143000"/>
          </a:xfrm>
          <a:prstGeom prst="rect">
            <a:avLst/>
          </a:prstGeom>
        </p:spPr>
        <p:txBody>
          <a:bodyPr lIns="0" tIns="0" rIns="0" bIns="0">
            <a:noAutofit/>
          </a:bodyPr>
          <a:lstStyle>
            <a:lvl1pPr>
              <a:defRPr lang="en-US" sz="3200" b="0" i="0" dirty="0">
                <a:solidFill>
                  <a:schemeClr val="bg1">
                    <a:lumMod val="65000"/>
                  </a:schemeClr>
                </a:solidFill>
                <a:latin typeface="Figtree" pitchFamily="2" charset="0"/>
              </a:defRPr>
            </a:lvl1pPr>
          </a:lstStyle>
          <a:p>
            <a:pPr marL="0" lvl="0" indent="0">
              <a:lnSpc>
                <a:spcPct val="100000"/>
              </a:lnSpc>
              <a:spcBef>
                <a:spcPts val="0"/>
              </a:spcBef>
              <a:buNone/>
            </a:pPr>
            <a:r>
              <a:rPr lang="en-US"/>
              <a:t>Click to edit Master title style</a:t>
            </a:r>
          </a:p>
        </p:txBody>
      </p:sp>
      <p:sp>
        <p:nvSpPr>
          <p:cNvPr id="4" name="Table Placeholder 3">
            <a:extLst>
              <a:ext uri="{FF2B5EF4-FFF2-40B4-BE49-F238E27FC236}">
                <a16:creationId xmlns:a16="http://schemas.microsoft.com/office/drawing/2014/main" id="{E1C3B5B1-77B4-1896-8B41-173EBD035CAF}"/>
              </a:ext>
            </a:extLst>
          </p:cNvPr>
          <p:cNvSpPr>
            <a:spLocks noGrp="1"/>
          </p:cNvSpPr>
          <p:nvPr>
            <p:ph type="tbl" sz="quarter" idx="14"/>
          </p:nvPr>
        </p:nvSpPr>
        <p:spPr>
          <a:xfrm>
            <a:off x="1004410" y="2968626"/>
            <a:ext cx="22288457" cy="9432924"/>
          </a:xfrm>
          <a:prstGeom prst="rect">
            <a:avLst/>
          </a:prstGeom>
        </p:spPr>
        <p:txBody>
          <a:bodyPr/>
          <a:lstStyle>
            <a:lvl1pPr>
              <a:defRPr sz="2400">
                <a:latin typeface="Figtree" pitchFamily="2" charset="0"/>
              </a:defRPr>
            </a:lvl1pPr>
          </a:lstStyle>
          <a:p>
            <a:endParaRPr lang="en-GB"/>
          </a:p>
        </p:txBody>
      </p:sp>
      <p:sp>
        <p:nvSpPr>
          <p:cNvPr id="2" name="Slide Number Placeholder 5">
            <a:extLst>
              <a:ext uri="{FF2B5EF4-FFF2-40B4-BE49-F238E27FC236}">
                <a16:creationId xmlns:a16="http://schemas.microsoft.com/office/drawing/2014/main" id="{63AEAAA7-69BD-FACE-961A-902D6B266077}"/>
              </a:ext>
            </a:extLst>
          </p:cNvPr>
          <p:cNvSpPr>
            <a:spLocks noGrp="1"/>
          </p:cNvSpPr>
          <p:nvPr>
            <p:ph type="sldNum" sz="quarter" idx="12"/>
          </p:nvPr>
        </p:nvSpPr>
        <p:spPr>
          <a:xfrm>
            <a:off x="22401427" y="12617451"/>
            <a:ext cx="871912" cy="730250"/>
          </a:xfrm>
          <a:prstGeom prst="rect">
            <a:avLst/>
          </a:prstGeom>
        </p:spPr>
        <p:txBody>
          <a:bodyPr anchor="ctr"/>
          <a:lstStyle>
            <a:lvl1pPr algn="r">
              <a:defRPr sz="2000">
                <a:solidFill>
                  <a:srgbClr val="272726"/>
                </a:solidFill>
                <a:latin typeface="Figtree" pitchFamily="2" charset="0"/>
              </a:defRPr>
            </a:lvl1pPr>
          </a:lstStyle>
          <a:p>
            <a:fld id="{5F99CA44-E461-4342-8946-62027848508A}" type="slidenum">
              <a:rPr lang="en-PT" smtClean="0"/>
              <a:pPr/>
              <a:t>‹#›</a:t>
            </a:fld>
            <a:endParaRPr lang="en-PT"/>
          </a:p>
        </p:txBody>
      </p:sp>
      <p:cxnSp>
        <p:nvCxnSpPr>
          <p:cNvPr id="3" name="Straight Connector 2">
            <a:extLst>
              <a:ext uri="{FF2B5EF4-FFF2-40B4-BE49-F238E27FC236}">
                <a16:creationId xmlns:a16="http://schemas.microsoft.com/office/drawing/2014/main" id="{12373338-ECF3-C336-AC6B-E7237BC7E209}"/>
              </a:ext>
            </a:extLst>
          </p:cNvPr>
          <p:cNvCxnSpPr>
            <a:cxnSpLocks/>
          </p:cNvCxnSpPr>
          <p:nvPr userDrawn="1"/>
        </p:nvCxnSpPr>
        <p:spPr>
          <a:xfrm>
            <a:off x="3590353" y="12735444"/>
            <a:ext cx="0" cy="530768"/>
          </a:xfrm>
          <a:prstGeom prst="line">
            <a:avLst/>
          </a:prstGeom>
          <a:ln w="31750">
            <a:solidFill>
              <a:srgbClr val="12BD64"/>
            </a:solidFill>
          </a:ln>
        </p:spPr>
        <p:style>
          <a:lnRef idx="3">
            <a:schemeClr val="dk1"/>
          </a:lnRef>
          <a:fillRef idx="0">
            <a:schemeClr val="dk1"/>
          </a:fillRef>
          <a:effectRef idx="2">
            <a:schemeClr val="dk1"/>
          </a:effectRef>
          <a:fontRef idx="minor">
            <a:schemeClr val="tx1"/>
          </a:fontRef>
        </p:style>
      </p:cxnSp>
      <p:sp>
        <p:nvSpPr>
          <p:cNvPr id="9" name="TextBox 8">
            <a:extLst>
              <a:ext uri="{FF2B5EF4-FFF2-40B4-BE49-F238E27FC236}">
                <a16:creationId xmlns:a16="http://schemas.microsoft.com/office/drawing/2014/main" id="{CE18BD03-2298-5CF2-3F33-28C1038BE264}"/>
              </a:ext>
            </a:extLst>
          </p:cNvPr>
          <p:cNvSpPr txBox="1"/>
          <p:nvPr userDrawn="1"/>
        </p:nvSpPr>
        <p:spPr>
          <a:xfrm>
            <a:off x="0" y="13236632"/>
            <a:ext cx="3590346" cy="430888"/>
          </a:xfrm>
          <a:prstGeom prst="rect">
            <a:avLst/>
          </a:prstGeom>
        </p:spPr>
        <p:txBody>
          <a:bodyPr lIns="177800" tIns="101600" rIns="177800" bIns="101600"/>
          <a:lstStyle>
            <a:defPPr>
              <a:defRPr lang="en-US"/>
            </a:defPPr>
            <a:lvl1pPr>
              <a:defRPr sz="800" b="0" i="0">
                <a:solidFill>
                  <a:schemeClr val="bg1"/>
                </a:solidFill>
                <a:latin typeface="Ubuntu Light" panose="020B0304030602030204" pitchFamily="34" charset="0"/>
              </a:defRPr>
            </a:lvl1pPr>
          </a:lstStyle>
          <a:p>
            <a:pPr lvl="0" algn="ctr"/>
            <a:r>
              <a:rPr lang="en-GB" sz="1200">
                <a:solidFill>
                  <a:srgbClr val="272726"/>
                </a:solidFill>
                <a:latin typeface="Figtree" pitchFamily="2" charset="0"/>
              </a:rPr>
              <a:t>Strictly private and confidential</a:t>
            </a:r>
          </a:p>
        </p:txBody>
      </p:sp>
      <p:pic>
        <p:nvPicPr>
          <p:cNvPr id="10" name="Picture 2">
            <a:extLst>
              <a:ext uri="{FF2B5EF4-FFF2-40B4-BE49-F238E27FC236}">
                <a16:creationId xmlns:a16="http://schemas.microsoft.com/office/drawing/2014/main" id="{A3D82FE0-EFEC-3F9F-78FA-6F755A1C3222}"/>
              </a:ext>
            </a:extLst>
          </p:cNvPr>
          <p:cNvPicPr>
            <a:picLocks noChangeAspect="1" noChangeArrowheads="1"/>
          </p:cNvPicPr>
          <p:nvPr userDrawn="1"/>
        </p:nvPicPr>
        <p:blipFill>
          <a:blip r:embed="rId2" cstate="email">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bwMode="auto">
          <a:xfrm>
            <a:off x="1023949" y="12758197"/>
            <a:ext cx="1571764" cy="522186"/>
          </a:xfrm>
          <a:prstGeom prst="rect">
            <a:avLst/>
          </a:prstGeom>
          <a:noFill/>
          <a:extLst>
            <a:ext uri="{909E8E84-426E-40DD-AFC4-6F175D3DCCD1}">
              <a14:hiddenFill xmlns:a14="http://schemas.microsoft.com/office/drawing/2010/main">
                <a:solidFill>
                  <a:srgbClr val="FFFFFF"/>
                </a:solidFill>
              </a14:hiddenFill>
            </a:ext>
          </a:extLst>
        </p:spPr>
      </p:pic>
      <p:sp>
        <p:nvSpPr>
          <p:cNvPr id="11" name="Text Placeholder 2">
            <a:extLst>
              <a:ext uri="{FF2B5EF4-FFF2-40B4-BE49-F238E27FC236}">
                <a16:creationId xmlns:a16="http://schemas.microsoft.com/office/drawing/2014/main" id="{C9D6E84E-6DE1-2920-5325-EE9B053429F9}"/>
              </a:ext>
            </a:extLst>
          </p:cNvPr>
          <p:cNvSpPr>
            <a:spLocks noGrp="1"/>
          </p:cNvSpPr>
          <p:nvPr>
            <p:ph type="body" idx="10"/>
          </p:nvPr>
        </p:nvSpPr>
        <p:spPr>
          <a:xfrm>
            <a:off x="3841762" y="12820828"/>
            <a:ext cx="18559657" cy="360000"/>
          </a:xfrm>
          <a:prstGeom prst="rect">
            <a:avLst/>
          </a:prstGeom>
        </p:spPr>
        <p:txBody>
          <a:bodyPr lIns="0" tIns="0" rIns="0" bIns="0" anchor="ctr">
            <a:noAutofit/>
          </a:bodyPr>
          <a:lstStyle>
            <a:lvl1pPr marL="0" indent="0">
              <a:lnSpc>
                <a:spcPct val="150000"/>
              </a:lnSpc>
              <a:buNone/>
              <a:defRPr sz="1600" b="0" i="0">
                <a:solidFill>
                  <a:schemeClr val="bg1">
                    <a:lumMod val="50000"/>
                  </a:schemeClr>
                </a:solidFill>
                <a:latin typeface="Figtree" pitchFamily="2" charset="0"/>
              </a:defRPr>
            </a:lvl1pPr>
            <a:lvl2pPr marL="914400" indent="0">
              <a:buNone/>
              <a:defRPr sz="4000">
                <a:solidFill>
                  <a:schemeClr val="tx1">
                    <a:tint val="75000"/>
                  </a:schemeClr>
                </a:solidFill>
              </a:defRPr>
            </a:lvl2pPr>
            <a:lvl3pPr marL="1828800" indent="0">
              <a:buNone/>
              <a:defRPr sz="3600">
                <a:solidFill>
                  <a:schemeClr val="tx1">
                    <a:tint val="75000"/>
                  </a:schemeClr>
                </a:solidFill>
              </a:defRPr>
            </a:lvl3pPr>
            <a:lvl4pPr marL="2743200" indent="0">
              <a:buNone/>
              <a:defRPr sz="3200">
                <a:solidFill>
                  <a:schemeClr val="tx1">
                    <a:tint val="75000"/>
                  </a:schemeClr>
                </a:solidFill>
              </a:defRPr>
            </a:lvl4pPr>
            <a:lvl5pPr marL="3657600" indent="0">
              <a:buNone/>
              <a:defRPr sz="3200">
                <a:solidFill>
                  <a:schemeClr val="tx1">
                    <a:tint val="75000"/>
                  </a:schemeClr>
                </a:solidFill>
              </a:defRPr>
            </a:lvl5pPr>
            <a:lvl6pPr marL="4572000" indent="0">
              <a:buNone/>
              <a:defRPr sz="3200">
                <a:solidFill>
                  <a:schemeClr val="tx1">
                    <a:tint val="75000"/>
                  </a:schemeClr>
                </a:solidFill>
              </a:defRPr>
            </a:lvl6pPr>
            <a:lvl7pPr marL="5486400" indent="0">
              <a:buNone/>
              <a:defRPr sz="3200">
                <a:solidFill>
                  <a:schemeClr val="tx1">
                    <a:tint val="75000"/>
                  </a:schemeClr>
                </a:solidFill>
              </a:defRPr>
            </a:lvl7pPr>
            <a:lvl8pPr marL="6400800" indent="0">
              <a:buNone/>
              <a:defRPr sz="3200">
                <a:solidFill>
                  <a:schemeClr val="tx1">
                    <a:tint val="75000"/>
                  </a:schemeClr>
                </a:solidFill>
              </a:defRPr>
            </a:lvl8pPr>
            <a:lvl9pPr marL="7315200" indent="0">
              <a:buNone/>
              <a:defRPr sz="32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09072876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Columns Layou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8AF32B2-DBC1-6EC9-64A8-7E82912AD84C}"/>
              </a:ext>
            </a:extLst>
          </p:cNvPr>
          <p:cNvSpPr>
            <a:spLocks noGrp="1"/>
          </p:cNvSpPr>
          <p:nvPr>
            <p:ph type="title" hasCustomPrompt="1"/>
          </p:nvPr>
        </p:nvSpPr>
        <p:spPr>
          <a:xfrm>
            <a:off x="1023948" y="736599"/>
            <a:ext cx="22268928" cy="878189"/>
          </a:xfrm>
          <a:prstGeom prst="rect">
            <a:avLst/>
          </a:prstGeom>
        </p:spPr>
        <p:txBody>
          <a:bodyPr vert="horz" lIns="0" tIns="50800" rIns="88900" bIns="50800" rtlCol="0" anchor="t">
            <a:spAutoFit/>
          </a:bodyPr>
          <a:lstStyle>
            <a:lvl1pPr>
              <a:defRPr lang="en-US" sz="5600" b="1" i="0">
                <a:solidFill>
                  <a:srgbClr val="12BD64"/>
                </a:solidFill>
                <a:latin typeface="Figtree" pitchFamily="2" charset="0"/>
              </a:defRPr>
            </a:lvl1pPr>
          </a:lstStyle>
          <a:p>
            <a:pPr lvl="0"/>
            <a:r>
              <a:rPr lang="en-US"/>
              <a:t>Title | Subtitle</a:t>
            </a:r>
          </a:p>
        </p:txBody>
      </p:sp>
      <p:sp>
        <p:nvSpPr>
          <p:cNvPr id="13" name="Text Placeholder 2">
            <a:extLst>
              <a:ext uri="{FF2B5EF4-FFF2-40B4-BE49-F238E27FC236}">
                <a16:creationId xmlns:a16="http://schemas.microsoft.com/office/drawing/2014/main" id="{C86B6272-C041-7879-95A5-FA182E049EC8}"/>
              </a:ext>
            </a:extLst>
          </p:cNvPr>
          <p:cNvSpPr>
            <a:spLocks noGrp="1"/>
          </p:cNvSpPr>
          <p:nvPr>
            <p:ph type="body" idx="13" hasCustomPrompt="1"/>
          </p:nvPr>
        </p:nvSpPr>
        <p:spPr>
          <a:xfrm>
            <a:off x="1031765" y="1727200"/>
            <a:ext cx="22261114" cy="1143000"/>
          </a:xfrm>
          <a:prstGeom prst="rect">
            <a:avLst/>
          </a:prstGeom>
        </p:spPr>
        <p:txBody>
          <a:bodyPr lIns="0" tIns="0" rIns="0" bIns="0">
            <a:noAutofit/>
          </a:bodyPr>
          <a:lstStyle>
            <a:lvl1pPr>
              <a:defRPr lang="en-US" sz="3200" b="0" i="0" dirty="0">
                <a:solidFill>
                  <a:schemeClr val="bg1">
                    <a:lumMod val="65000"/>
                  </a:schemeClr>
                </a:solidFill>
                <a:latin typeface="Figtree" pitchFamily="2" charset="0"/>
              </a:defRPr>
            </a:lvl1pPr>
          </a:lstStyle>
          <a:p>
            <a:pPr marL="0" lvl="0" indent="0">
              <a:lnSpc>
                <a:spcPct val="100000"/>
              </a:lnSpc>
              <a:spcBef>
                <a:spcPts val="0"/>
              </a:spcBef>
              <a:buNone/>
            </a:pPr>
            <a:r>
              <a:rPr lang="en-US"/>
              <a:t>Click to edit Master title style</a:t>
            </a:r>
          </a:p>
        </p:txBody>
      </p:sp>
      <p:sp>
        <p:nvSpPr>
          <p:cNvPr id="3" name="Content Placeholder 2">
            <a:extLst>
              <a:ext uri="{FF2B5EF4-FFF2-40B4-BE49-F238E27FC236}">
                <a16:creationId xmlns:a16="http://schemas.microsoft.com/office/drawing/2014/main" id="{4CE90004-E63D-0BC2-00D5-3E3C52F805C8}"/>
              </a:ext>
            </a:extLst>
          </p:cNvPr>
          <p:cNvSpPr>
            <a:spLocks noGrp="1"/>
          </p:cNvSpPr>
          <p:nvPr>
            <p:ph sz="quarter" idx="14"/>
          </p:nvPr>
        </p:nvSpPr>
        <p:spPr>
          <a:xfrm>
            <a:off x="1031768" y="2968626"/>
            <a:ext cx="11078365" cy="9432924"/>
          </a:xfrm>
          <a:prstGeom prst="rect">
            <a:avLst/>
          </a:prstGeom>
        </p:spPr>
        <p:txBody>
          <a:bodyPr/>
          <a:lstStyle>
            <a:lvl1pPr>
              <a:defRPr sz="2400">
                <a:latin typeface="Figtree" pitchFamily="2" charset="0"/>
              </a:defRPr>
            </a:lvl1pPr>
            <a:lvl2pPr>
              <a:defRPr sz="2400">
                <a:latin typeface="Figtree" pitchFamily="2" charset="0"/>
              </a:defRPr>
            </a:lvl2pPr>
            <a:lvl3pPr>
              <a:defRPr sz="2400">
                <a:latin typeface="Figtree" pitchFamily="2" charset="0"/>
              </a:defRPr>
            </a:lvl3pPr>
            <a:lvl4pPr>
              <a:defRPr sz="2400">
                <a:latin typeface="Figtree" pitchFamily="2" charset="0"/>
              </a:defRPr>
            </a:lvl4pPr>
            <a:lvl5pPr>
              <a:defRPr sz="2400">
                <a:latin typeface="Figtree"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Content Placeholder 2">
            <a:extLst>
              <a:ext uri="{FF2B5EF4-FFF2-40B4-BE49-F238E27FC236}">
                <a16:creationId xmlns:a16="http://schemas.microsoft.com/office/drawing/2014/main" id="{25AF4599-1919-6E14-36BD-E75F8EE5F762}"/>
              </a:ext>
            </a:extLst>
          </p:cNvPr>
          <p:cNvSpPr>
            <a:spLocks noGrp="1"/>
          </p:cNvSpPr>
          <p:nvPr>
            <p:ph sz="quarter" idx="15"/>
          </p:nvPr>
        </p:nvSpPr>
        <p:spPr>
          <a:xfrm>
            <a:off x="12214511" y="2968626"/>
            <a:ext cx="11078365" cy="9432924"/>
          </a:xfrm>
          <a:prstGeom prst="rect">
            <a:avLst/>
          </a:prstGeom>
        </p:spPr>
        <p:txBody>
          <a:bodyPr/>
          <a:lstStyle>
            <a:lvl1pPr>
              <a:defRPr sz="2400">
                <a:latin typeface="Figtree" pitchFamily="2" charset="0"/>
              </a:defRPr>
            </a:lvl1pPr>
            <a:lvl2pPr>
              <a:defRPr sz="2400">
                <a:latin typeface="Figtree" pitchFamily="2" charset="0"/>
              </a:defRPr>
            </a:lvl2pPr>
            <a:lvl3pPr>
              <a:defRPr sz="2400">
                <a:latin typeface="Figtree" pitchFamily="2" charset="0"/>
              </a:defRPr>
            </a:lvl3pPr>
            <a:lvl4pPr>
              <a:defRPr sz="2400">
                <a:latin typeface="Figtree" pitchFamily="2" charset="0"/>
              </a:defRPr>
            </a:lvl4pPr>
            <a:lvl5pPr>
              <a:defRPr sz="2400">
                <a:latin typeface="Figtree"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 name="Slide Number Placeholder 5">
            <a:extLst>
              <a:ext uri="{FF2B5EF4-FFF2-40B4-BE49-F238E27FC236}">
                <a16:creationId xmlns:a16="http://schemas.microsoft.com/office/drawing/2014/main" id="{A40DF5D2-A8E4-5F68-D369-DE0AE9720765}"/>
              </a:ext>
            </a:extLst>
          </p:cNvPr>
          <p:cNvSpPr>
            <a:spLocks noGrp="1"/>
          </p:cNvSpPr>
          <p:nvPr>
            <p:ph type="sldNum" sz="quarter" idx="12"/>
          </p:nvPr>
        </p:nvSpPr>
        <p:spPr>
          <a:xfrm>
            <a:off x="22401427" y="12617451"/>
            <a:ext cx="871912" cy="730250"/>
          </a:xfrm>
          <a:prstGeom prst="rect">
            <a:avLst/>
          </a:prstGeom>
        </p:spPr>
        <p:txBody>
          <a:bodyPr anchor="ctr"/>
          <a:lstStyle>
            <a:lvl1pPr algn="r">
              <a:defRPr sz="2000">
                <a:solidFill>
                  <a:srgbClr val="272726"/>
                </a:solidFill>
                <a:latin typeface="Figtree" pitchFamily="2" charset="0"/>
              </a:defRPr>
            </a:lvl1pPr>
          </a:lstStyle>
          <a:p>
            <a:fld id="{5F99CA44-E461-4342-8946-62027848508A}" type="slidenum">
              <a:rPr lang="en-PT" smtClean="0"/>
              <a:pPr/>
              <a:t>‹#›</a:t>
            </a:fld>
            <a:endParaRPr lang="en-PT"/>
          </a:p>
        </p:txBody>
      </p:sp>
      <p:cxnSp>
        <p:nvCxnSpPr>
          <p:cNvPr id="4" name="Straight Connector 3">
            <a:extLst>
              <a:ext uri="{FF2B5EF4-FFF2-40B4-BE49-F238E27FC236}">
                <a16:creationId xmlns:a16="http://schemas.microsoft.com/office/drawing/2014/main" id="{F95D3A8F-7CD9-CC4A-DE7B-9114965EA469}"/>
              </a:ext>
            </a:extLst>
          </p:cNvPr>
          <p:cNvCxnSpPr>
            <a:cxnSpLocks/>
          </p:cNvCxnSpPr>
          <p:nvPr userDrawn="1"/>
        </p:nvCxnSpPr>
        <p:spPr>
          <a:xfrm>
            <a:off x="3590353" y="12735444"/>
            <a:ext cx="0" cy="530768"/>
          </a:xfrm>
          <a:prstGeom prst="line">
            <a:avLst/>
          </a:prstGeom>
          <a:ln w="31750">
            <a:solidFill>
              <a:srgbClr val="12BD64"/>
            </a:solidFill>
          </a:ln>
        </p:spPr>
        <p:style>
          <a:lnRef idx="3">
            <a:schemeClr val="dk1"/>
          </a:lnRef>
          <a:fillRef idx="0">
            <a:schemeClr val="dk1"/>
          </a:fillRef>
          <a:effectRef idx="2">
            <a:schemeClr val="dk1"/>
          </a:effectRef>
          <a:fontRef idx="minor">
            <a:schemeClr val="tx1"/>
          </a:fontRef>
        </p:style>
      </p:cxnSp>
      <p:sp>
        <p:nvSpPr>
          <p:cNvPr id="10" name="TextBox 9">
            <a:extLst>
              <a:ext uri="{FF2B5EF4-FFF2-40B4-BE49-F238E27FC236}">
                <a16:creationId xmlns:a16="http://schemas.microsoft.com/office/drawing/2014/main" id="{F87489B6-E492-31D8-7F0B-0C78F5A5ACA0}"/>
              </a:ext>
            </a:extLst>
          </p:cNvPr>
          <p:cNvSpPr txBox="1"/>
          <p:nvPr userDrawn="1"/>
        </p:nvSpPr>
        <p:spPr>
          <a:xfrm>
            <a:off x="0" y="13236632"/>
            <a:ext cx="3590346" cy="430888"/>
          </a:xfrm>
          <a:prstGeom prst="rect">
            <a:avLst/>
          </a:prstGeom>
        </p:spPr>
        <p:txBody>
          <a:bodyPr lIns="177800" tIns="101600" rIns="177800" bIns="101600"/>
          <a:lstStyle>
            <a:defPPr>
              <a:defRPr lang="en-US"/>
            </a:defPPr>
            <a:lvl1pPr>
              <a:defRPr sz="800" b="0" i="0">
                <a:solidFill>
                  <a:schemeClr val="bg1"/>
                </a:solidFill>
                <a:latin typeface="Ubuntu Light" panose="020B0304030602030204" pitchFamily="34" charset="0"/>
              </a:defRPr>
            </a:lvl1pPr>
          </a:lstStyle>
          <a:p>
            <a:pPr lvl="0" algn="ctr"/>
            <a:r>
              <a:rPr lang="en-GB" sz="1200">
                <a:solidFill>
                  <a:srgbClr val="272726"/>
                </a:solidFill>
                <a:latin typeface="Figtree" pitchFamily="2" charset="0"/>
              </a:rPr>
              <a:t>Strictly private and confidential</a:t>
            </a:r>
          </a:p>
        </p:txBody>
      </p:sp>
      <p:pic>
        <p:nvPicPr>
          <p:cNvPr id="11" name="Picture 2">
            <a:extLst>
              <a:ext uri="{FF2B5EF4-FFF2-40B4-BE49-F238E27FC236}">
                <a16:creationId xmlns:a16="http://schemas.microsoft.com/office/drawing/2014/main" id="{9CD0167F-1806-CAC9-90CF-C116FEF43554}"/>
              </a:ext>
            </a:extLst>
          </p:cNvPr>
          <p:cNvPicPr>
            <a:picLocks noChangeAspect="1" noChangeArrowheads="1"/>
          </p:cNvPicPr>
          <p:nvPr userDrawn="1"/>
        </p:nvPicPr>
        <p:blipFill>
          <a:blip r:embed="rId2"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1023949" y="12758196"/>
            <a:ext cx="1772538" cy="478416"/>
          </a:xfrm>
          <a:prstGeom prst="rect">
            <a:avLst/>
          </a:prstGeom>
          <a:noFill/>
          <a:extLst>
            <a:ext uri="{909E8E84-426E-40DD-AFC4-6F175D3DCCD1}">
              <a14:hiddenFill xmlns:a14="http://schemas.microsoft.com/office/drawing/2010/main">
                <a:solidFill>
                  <a:srgbClr val="FFFFFF"/>
                </a:solidFill>
              </a14:hiddenFill>
            </a:ext>
          </a:extLst>
        </p:spPr>
      </p:pic>
      <p:sp>
        <p:nvSpPr>
          <p:cNvPr id="12" name="Text Placeholder 2">
            <a:extLst>
              <a:ext uri="{FF2B5EF4-FFF2-40B4-BE49-F238E27FC236}">
                <a16:creationId xmlns:a16="http://schemas.microsoft.com/office/drawing/2014/main" id="{DF3016BE-A8CA-B937-A8D5-CB10EFA14ED9}"/>
              </a:ext>
            </a:extLst>
          </p:cNvPr>
          <p:cNvSpPr>
            <a:spLocks noGrp="1"/>
          </p:cNvSpPr>
          <p:nvPr>
            <p:ph type="body" idx="10"/>
          </p:nvPr>
        </p:nvSpPr>
        <p:spPr>
          <a:xfrm>
            <a:off x="3841762" y="12820828"/>
            <a:ext cx="18559657" cy="360000"/>
          </a:xfrm>
          <a:prstGeom prst="rect">
            <a:avLst/>
          </a:prstGeom>
        </p:spPr>
        <p:txBody>
          <a:bodyPr lIns="0" tIns="0" rIns="0" bIns="0" anchor="ctr">
            <a:noAutofit/>
          </a:bodyPr>
          <a:lstStyle>
            <a:lvl1pPr marL="0" indent="0">
              <a:lnSpc>
                <a:spcPct val="150000"/>
              </a:lnSpc>
              <a:buNone/>
              <a:defRPr sz="1600" b="0" i="0">
                <a:solidFill>
                  <a:schemeClr val="bg1">
                    <a:lumMod val="50000"/>
                  </a:schemeClr>
                </a:solidFill>
                <a:latin typeface="Figtree" pitchFamily="2" charset="0"/>
              </a:defRPr>
            </a:lvl1pPr>
            <a:lvl2pPr marL="914400" indent="0">
              <a:buNone/>
              <a:defRPr sz="4000">
                <a:solidFill>
                  <a:schemeClr val="tx1">
                    <a:tint val="75000"/>
                  </a:schemeClr>
                </a:solidFill>
              </a:defRPr>
            </a:lvl2pPr>
            <a:lvl3pPr marL="1828800" indent="0">
              <a:buNone/>
              <a:defRPr sz="3600">
                <a:solidFill>
                  <a:schemeClr val="tx1">
                    <a:tint val="75000"/>
                  </a:schemeClr>
                </a:solidFill>
              </a:defRPr>
            </a:lvl3pPr>
            <a:lvl4pPr marL="2743200" indent="0">
              <a:buNone/>
              <a:defRPr sz="3200">
                <a:solidFill>
                  <a:schemeClr val="tx1">
                    <a:tint val="75000"/>
                  </a:schemeClr>
                </a:solidFill>
              </a:defRPr>
            </a:lvl4pPr>
            <a:lvl5pPr marL="3657600" indent="0">
              <a:buNone/>
              <a:defRPr sz="3200">
                <a:solidFill>
                  <a:schemeClr val="tx1">
                    <a:tint val="75000"/>
                  </a:schemeClr>
                </a:solidFill>
              </a:defRPr>
            </a:lvl5pPr>
            <a:lvl6pPr marL="4572000" indent="0">
              <a:buNone/>
              <a:defRPr sz="3200">
                <a:solidFill>
                  <a:schemeClr val="tx1">
                    <a:tint val="75000"/>
                  </a:schemeClr>
                </a:solidFill>
              </a:defRPr>
            </a:lvl6pPr>
            <a:lvl7pPr marL="5486400" indent="0">
              <a:buNone/>
              <a:defRPr sz="3200">
                <a:solidFill>
                  <a:schemeClr val="tx1">
                    <a:tint val="75000"/>
                  </a:schemeClr>
                </a:solidFill>
              </a:defRPr>
            </a:lvl7pPr>
            <a:lvl8pPr marL="6400800" indent="0">
              <a:buNone/>
              <a:defRPr sz="3200">
                <a:solidFill>
                  <a:schemeClr val="tx1">
                    <a:tint val="75000"/>
                  </a:schemeClr>
                </a:solidFill>
              </a:defRPr>
            </a:lvl8pPr>
            <a:lvl9pPr marL="7315200" indent="0">
              <a:buNone/>
              <a:defRPr sz="32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30933541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NORMAL">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F717E98-F9E0-D2EF-084E-938B23CB47B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676619" y="13206176"/>
            <a:ext cx="1396539" cy="214692"/>
          </a:xfrm>
          <a:prstGeom prst="rect">
            <a:avLst/>
          </a:prstGeom>
          <a:noFill/>
          <a:ln cap="flat">
            <a:noFill/>
          </a:ln>
        </p:spPr>
      </p:pic>
      <p:sp>
        <p:nvSpPr>
          <p:cNvPr id="26" name="Slide Number Placeholder 5">
            <a:extLst>
              <a:ext uri="{FF2B5EF4-FFF2-40B4-BE49-F238E27FC236}">
                <a16:creationId xmlns:a16="http://schemas.microsoft.com/office/drawing/2014/main" id="{7A48795B-6236-6C71-E652-EDE6C4C15D5A}"/>
              </a:ext>
            </a:extLst>
          </p:cNvPr>
          <p:cNvSpPr>
            <a:spLocks noGrp="1"/>
          </p:cNvSpPr>
          <p:nvPr>
            <p:ph type="sldNum" sz="quarter" idx="4"/>
          </p:nvPr>
        </p:nvSpPr>
        <p:spPr>
          <a:xfrm>
            <a:off x="22463662" y="13213499"/>
            <a:ext cx="246897" cy="200054"/>
          </a:xfrm>
          <a:prstGeom prst="rect">
            <a:avLst/>
          </a:prstGeom>
        </p:spPr>
        <p:txBody>
          <a:bodyPr vert="horz" wrap="square" lIns="0" tIns="0" rIns="0" bIns="0" rtlCol="0" anchor="ctr">
            <a:spAutoFit/>
          </a:bodyPr>
          <a:lstStyle>
            <a:lvl1pPr algn="r">
              <a:defRPr sz="1300">
                <a:solidFill>
                  <a:schemeClr val="tx1">
                    <a:tint val="82000"/>
                  </a:schemeClr>
                </a:solidFill>
              </a:defRPr>
            </a:lvl1pPr>
          </a:lstStyle>
          <a:p>
            <a:fld id="{4AA77E54-165B-A847-AA47-6003AD81C543}" type="slidenum">
              <a:rPr lang="en-PT" smtClean="0"/>
              <a:pPr/>
              <a:t>‹#›</a:t>
            </a:fld>
            <a:endParaRPr lang="en-PT"/>
          </a:p>
        </p:txBody>
      </p:sp>
      <p:sp>
        <p:nvSpPr>
          <p:cNvPr id="3" name="Footer Placeholder 4">
            <a:extLst>
              <a:ext uri="{FF2B5EF4-FFF2-40B4-BE49-F238E27FC236}">
                <a16:creationId xmlns:a16="http://schemas.microsoft.com/office/drawing/2014/main" id="{66E18810-D452-8A70-7B8D-49B681CD2DB9}"/>
              </a:ext>
            </a:extLst>
          </p:cNvPr>
          <p:cNvSpPr>
            <a:spLocks noGrp="1"/>
          </p:cNvSpPr>
          <p:nvPr>
            <p:ph type="ftr" sz="quarter" idx="3"/>
          </p:nvPr>
        </p:nvSpPr>
        <p:spPr>
          <a:xfrm>
            <a:off x="3315597" y="13261577"/>
            <a:ext cx="2231670" cy="150170"/>
          </a:xfrm>
          <a:prstGeom prst="rect">
            <a:avLst/>
          </a:prstGeom>
        </p:spPr>
        <p:txBody>
          <a:bodyPr vert="horz" wrap="square" lIns="0" tIns="0" rIns="0" bIns="0" rtlCol="0" anchor="ctr">
            <a:spAutoFit/>
          </a:bodyPr>
          <a:lstStyle>
            <a:lvl1pPr algn="l">
              <a:defRPr sz="976">
                <a:solidFill>
                  <a:schemeClr val="tx1"/>
                </a:solidFill>
              </a:defRPr>
            </a:lvl1pPr>
          </a:lstStyle>
          <a:p>
            <a:r>
              <a:rPr lang="en-US">
                <a:latin typeface="Figtree" pitchFamily="2"/>
                <a:ea typeface="Figtree Regular" pitchFamily="34"/>
                <a:cs typeface="Figtree Regular" pitchFamily="34"/>
              </a:rPr>
              <a:t>| Strictly private and confidential</a:t>
            </a:r>
            <a:endParaRPr lang="en-US">
              <a:latin typeface="Figtree" pitchFamily="2"/>
            </a:endParaRPr>
          </a:p>
        </p:txBody>
      </p:sp>
      <p:sp>
        <p:nvSpPr>
          <p:cNvPr id="2" name="Title Placeholder 1">
            <a:extLst>
              <a:ext uri="{FF2B5EF4-FFF2-40B4-BE49-F238E27FC236}">
                <a16:creationId xmlns:a16="http://schemas.microsoft.com/office/drawing/2014/main" id="{05A3A83D-6270-1A63-C448-37B76397B32C}"/>
              </a:ext>
            </a:extLst>
          </p:cNvPr>
          <p:cNvSpPr>
            <a:spLocks noGrp="1"/>
          </p:cNvSpPr>
          <p:nvPr>
            <p:ph type="title"/>
          </p:nvPr>
        </p:nvSpPr>
        <p:spPr>
          <a:xfrm>
            <a:off x="1676621" y="730253"/>
            <a:ext cx="21033938" cy="2651126"/>
          </a:xfrm>
          <a:prstGeom prst="rect">
            <a:avLst/>
          </a:prstGeom>
        </p:spPr>
        <p:txBody>
          <a:bodyPr vert="horz" lIns="91440" tIns="45720" rIns="91440" bIns="45720" rtlCol="0" anchor="ctr">
            <a:normAutofit/>
          </a:bodyPr>
          <a:lstStyle>
            <a:lvl1pPr>
              <a:defRPr>
                <a:latin typeface="Figtree" pitchFamily="2" charset="0"/>
              </a:defRPr>
            </a:lvl1pPr>
          </a:lstStyle>
          <a:p>
            <a:r>
              <a:rPr lang="en-GB"/>
              <a:t>Click to edit Master title style</a:t>
            </a:r>
            <a:endParaRPr lang="en-PT"/>
          </a:p>
        </p:txBody>
      </p:sp>
      <p:sp>
        <p:nvSpPr>
          <p:cNvPr id="4" name="Text Placeholder 2">
            <a:extLst>
              <a:ext uri="{FF2B5EF4-FFF2-40B4-BE49-F238E27FC236}">
                <a16:creationId xmlns:a16="http://schemas.microsoft.com/office/drawing/2014/main" id="{2351115F-7FBA-40AE-63C0-5870C55CE269}"/>
              </a:ext>
            </a:extLst>
          </p:cNvPr>
          <p:cNvSpPr>
            <a:spLocks noGrp="1"/>
          </p:cNvSpPr>
          <p:nvPr>
            <p:ph idx="1"/>
          </p:nvPr>
        </p:nvSpPr>
        <p:spPr>
          <a:xfrm>
            <a:off x="1676621" y="3651250"/>
            <a:ext cx="21033938" cy="8702676"/>
          </a:xfrm>
          <a:prstGeom prst="rect">
            <a:avLst/>
          </a:prstGeom>
        </p:spPr>
        <p:txBody>
          <a:bodyPr vert="horz" lIns="91440" tIns="45720" rIns="91440" bIns="45720" rtlCol="0">
            <a:normAutofit/>
          </a:bodyPr>
          <a:lstStyle>
            <a:lvl1pPr>
              <a:defRPr>
                <a:latin typeface="Figtree" pitchFamily="2" charset="0"/>
              </a:defRPr>
            </a:lvl1pPr>
            <a:lvl2pPr>
              <a:defRPr>
                <a:latin typeface="Figtree" pitchFamily="2" charset="0"/>
              </a:defRPr>
            </a:lvl2pPr>
            <a:lvl3pPr>
              <a:defRPr>
                <a:latin typeface="Figtree" pitchFamily="2" charset="0"/>
              </a:defRPr>
            </a:lvl3pPr>
            <a:lvl4pPr>
              <a:defRPr>
                <a:latin typeface="Figtree" pitchFamily="2" charset="0"/>
              </a:defRPr>
            </a:lvl4pPr>
            <a:lvl5pPr>
              <a:defRPr>
                <a:latin typeface="Figtree"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T"/>
          </a:p>
        </p:txBody>
      </p:sp>
    </p:spTree>
    <p:extLst>
      <p:ext uri="{BB962C8B-B14F-4D97-AF65-F5344CB8AC3E}">
        <p14:creationId xmlns:p14="http://schemas.microsoft.com/office/powerpoint/2010/main" val="420685192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rgbClr val="0A3638"/>
        </a:solidFill>
        <a:effectLst/>
      </p:bgPr>
    </p:bg>
    <p:spTree>
      <p:nvGrpSpPr>
        <p:cNvPr id="1" name=""/>
        <p:cNvGrpSpPr/>
        <p:nvPr/>
      </p:nvGrpSpPr>
      <p:grpSpPr>
        <a:xfrm>
          <a:off x="0" y="0"/>
          <a:ext cx="0" cy="0"/>
          <a:chOff x="0" y="0"/>
          <a:chExt cx="0" cy="0"/>
        </a:xfrm>
      </p:grpSpPr>
      <p:pic>
        <p:nvPicPr>
          <p:cNvPr id="3" name="Image 0" descr=" ">
            <a:extLst>
              <a:ext uri="{FF2B5EF4-FFF2-40B4-BE49-F238E27FC236}">
                <a16:creationId xmlns:a16="http://schemas.microsoft.com/office/drawing/2014/main" id="{89A0114B-9188-BB50-1100-E5E0337D5828}"/>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1569100"/>
            <a:ext cx="24387175" cy="12146900"/>
          </a:xfrm>
          <a:prstGeom prst="rect">
            <a:avLst/>
          </a:prstGeom>
        </p:spPr>
      </p:pic>
      <p:grpSp>
        <p:nvGrpSpPr>
          <p:cNvPr id="4" name="Group 3">
            <a:extLst>
              <a:ext uri="{FF2B5EF4-FFF2-40B4-BE49-F238E27FC236}">
                <a16:creationId xmlns:a16="http://schemas.microsoft.com/office/drawing/2014/main" id="{E155C552-D615-F422-29EA-216F9BE7427D}"/>
              </a:ext>
            </a:extLst>
          </p:cNvPr>
          <p:cNvGrpSpPr>
            <a:grpSpLocks noChangeAspect="1"/>
          </p:cNvGrpSpPr>
          <p:nvPr userDrawn="1"/>
        </p:nvGrpSpPr>
        <p:grpSpPr>
          <a:xfrm>
            <a:off x="8648511" y="5903598"/>
            <a:ext cx="7090154" cy="1908804"/>
            <a:chOff x="8648640" y="5677688"/>
            <a:chExt cx="7088627" cy="2349401"/>
          </a:xfrm>
        </p:grpSpPr>
        <p:sp>
          <p:nvSpPr>
            <p:cNvPr id="5" name="Shape 0">
              <a:extLst>
                <a:ext uri="{FF2B5EF4-FFF2-40B4-BE49-F238E27FC236}">
                  <a16:creationId xmlns:a16="http://schemas.microsoft.com/office/drawing/2014/main" id="{867F208B-3CB8-4AD2-662B-6608050D3434}"/>
                </a:ext>
              </a:extLst>
            </p:cNvPr>
            <p:cNvSpPr/>
            <p:nvPr userDrawn="1"/>
          </p:nvSpPr>
          <p:spPr>
            <a:xfrm>
              <a:off x="8648640" y="5677688"/>
              <a:ext cx="7088627" cy="2349400"/>
            </a:xfrm>
            <a:prstGeom prst="rect">
              <a:avLst/>
            </a:prstGeom>
            <a:noFill/>
            <a:ln/>
          </p:spPr>
          <p:txBody>
            <a:bodyPr/>
            <a:lstStyle/>
            <a:p>
              <a:endParaRPr lang="en-PT" sz="14400"/>
            </a:p>
          </p:txBody>
        </p:sp>
        <p:pic>
          <p:nvPicPr>
            <p:cNvPr id="6" name="Image 1" descr=" ">
              <a:extLst>
                <a:ext uri="{FF2B5EF4-FFF2-40B4-BE49-F238E27FC236}">
                  <a16:creationId xmlns:a16="http://schemas.microsoft.com/office/drawing/2014/main" id="{9E65EADD-6738-ED30-A9A6-0C20CE8ED7EE}"/>
                </a:ext>
              </a:extLst>
            </p:cNvPr>
            <p:cNvPicPr>
              <a:picLocks noChangeAspect="1"/>
            </p:cNvPicPr>
            <p:nvPr userDrawn="1"/>
          </p:nvPicPr>
          <p:blipFill>
            <a:blip r:embed="rId3"/>
            <a:stretch>
              <a:fillRect/>
            </a:stretch>
          </p:blipFill>
          <p:spPr>
            <a:xfrm>
              <a:off x="8648640" y="5677688"/>
              <a:ext cx="7088627" cy="2349401"/>
            </a:xfrm>
            <a:prstGeom prst="rect">
              <a:avLst/>
            </a:prstGeom>
          </p:spPr>
        </p:pic>
        <p:pic>
          <p:nvPicPr>
            <p:cNvPr id="8" name="Image 2" descr=" ">
              <a:extLst>
                <a:ext uri="{FF2B5EF4-FFF2-40B4-BE49-F238E27FC236}">
                  <a16:creationId xmlns:a16="http://schemas.microsoft.com/office/drawing/2014/main" id="{559CA124-7C77-3768-7AAA-08A97C72D878}"/>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9410202" y="6038416"/>
              <a:ext cx="722477" cy="1519219"/>
            </a:xfrm>
            <a:prstGeom prst="rect">
              <a:avLst/>
            </a:prstGeom>
          </p:spPr>
        </p:pic>
        <p:pic>
          <p:nvPicPr>
            <p:cNvPr id="10" name="Image 3" descr=" ">
              <a:extLst>
                <a:ext uri="{FF2B5EF4-FFF2-40B4-BE49-F238E27FC236}">
                  <a16:creationId xmlns:a16="http://schemas.microsoft.com/office/drawing/2014/main" id="{6CBBB558-A970-69FA-CC82-5A34527BF07A}"/>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2899231" y="7123671"/>
              <a:ext cx="848439" cy="630628"/>
            </a:xfrm>
            <a:prstGeom prst="rect">
              <a:avLst/>
            </a:prstGeom>
          </p:spPr>
        </p:pic>
        <p:pic>
          <p:nvPicPr>
            <p:cNvPr id="11" name="Image 4" descr=" ">
              <a:extLst>
                <a:ext uri="{FF2B5EF4-FFF2-40B4-BE49-F238E27FC236}">
                  <a16:creationId xmlns:a16="http://schemas.microsoft.com/office/drawing/2014/main" id="{327827A0-52E2-35B7-2D2A-CF330247AA4C}"/>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13929176" y="7124595"/>
              <a:ext cx="555508" cy="850540"/>
            </a:xfrm>
            <a:prstGeom prst="rect">
              <a:avLst/>
            </a:prstGeom>
          </p:spPr>
        </p:pic>
        <p:pic>
          <p:nvPicPr>
            <p:cNvPr id="12" name="Image 5" descr=" ">
              <a:extLst>
                <a:ext uri="{FF2B5EF4-FFF2-40B4-BE49-F238E27FC236}">
                  <a16:creationId xmlns:a16="http://schemas.microsoft.com/office/drawing/2014/main" id="{9432CCDD-6AF0-F7E4-6956-D59C2FE7D6C6}"/>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11477881" y="5831427"/>
              <a:ext cx="564712" cy="858385"/>
            </a:xfrm>
            <a:prstGeom prst="rect">
              <a:avLst/>
            </a:prstGeom>
          </p:spPr>
        </p:pic>
        <p:pic>
          <p:nvPicPr>
            <p:cNvPr id="13" name="Image 6" descr=" ">
              <a:extLst>
                <a:ext uri="{FF2B5EF4-FFF2-40B4-BE49-F238E27FC236}">
                  <a16:creationId xmlns:a16="http://schemas.microsoft.com/office/drawing/2014/main" id="{C6650CDD-058F-7559-153B-E76E82245286}"/>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11477881" y="6915479"/>
              <a:ext cx="655198" cy="857362"/>
            </a:xfrm>
            <a:prstGeom prst="rect">
              <a:avLst/>
            </a:prstGeom>
          </p:spPr>
        </p:pic>
        <p:pic>
          <p:nvPicPr>
            <p:cNvPr id="14" name="Image 7" descr=" ">
              <a:extLst>
                <a:ext uri="{FF2B5EF4-FFF2-40B4-BE49-F238E27FC236}">
                  <a16:creationId xmlns:a16="http://schemas.microsoft.com/office/drawing/2014/main" id="{B136B568-7448-1094-0AB7-310AD3B95426}"/>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12625465" y="6037783"/>
              <a:ext cx="498835" cy="646081"/>
            </a:xfrm>
            <a:prstGeom prst="rect">
              <a:avLst/>
            </a:prstGeom>
          </p:spPr>
        </p:pic>
        <p:pic>
          <p:nvPicPr>
            <p:cNvPr id="15" name="Image 8" descr=" ">
              <a:extLst>
                <a:ext uri="{FF2B5EF4-FFF2-40B4-BE49-F238E27FC236}">
                  <a16:creationId xmlns:a16="http://schemas.microsoft.com/office/drawing/2014/main" id="{C0D2EA6C-3E32-A28D-FABC-494066282948}"/>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12218791" y="7120923"/>
              <a:ext cx="498959" cy="646584"/>
            </a:xfrm>
            <a:prstGeom prst="rect">
              <a:avLst/>
            </a:prstGeom>
          </p:spPr>
        </p:pic>
        <p:pic>
          <p:nvPicPr>
            <p:cNvPr id="16" name="Image 9" descr=" ">
              <a:extLst>
                <a:ext uri="{FF2B5EF4-FFF2-40B4-BE49-F238E27FC236}">
                  <a16:creationId xmlns:a16="http://schemas.microsoft.com/office/drawing/2014/main" id="{7C6A9AEA-21A7-ED49-B21B-A56D1D1202E4}"/>
                </a:ext>
              </a:extLst>
            </p:cNvPr>
            <p:cNvPicPr>
              <a:picLocks noChangeAspect="1"/>
            </p:cNvPicPr>
            <p:nvPr userDrawn="1"/>
          </p:nvPicPr>
          <p:blipFill>
            <a:blip>
              <a:extLst>
                <a:ext uri="{96DAC541-7B7A-43D3-8B79-37D633B846F1}">
                  <asvg:svgBlip xmlns:asvg="http://schemas.microsoft.com/office/drawing/2016/SVG/main" r:embed="rId11"/>
                </a:ext>
              </a:extLst>
            </a:blip>
            <a:stretch>
              <a:fillRect/>
            </a:stretch>
          </p:blipFill>
          <p:spPr>
            <a:xfrm>
              <a:off x="14630381" y="7136203"/>
              <a:ext cx="513112" cy="632160"/>
            </a:xfrm>
            <a:prstGeom prst="rect">
              <a:avLst/>
            </a:prstGeom>
          </p:spPr>
        </p:pic>
        <p:pic>
          <p:nvPicPr>
            <p:cNvPr id="17" name="Image 10" descr=" ">
              <a:extLst>
                <a:ext uri="{FF2B5EF4-FFF2-40B4-BE49-F238E27FC236}">
                  <a16:creationId xmlns:a16="http://schemas.microsoft.com/office/drawing/2014/main" id="{9FF9AC54-6862-3808-A35E-05F6D80827FA}"/>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13777948" y="5866259"/>
              <a:ext cx="382462" cy="819404"/>
            </a:xfrm>
            <a:prstGeom prst="rect">
              <a:avLst/>
            </a:prstGeom>
          </p:spPr>
        </p:pic>
        <p:pic>
          <p:nvPicPr>
            <p:cNvPr id="18" name="Image 11" descr=" ">
              <a:extLst>
                <a:ext uri="{FF2B5EF4-FFF2-40B4-BE49-F238E27FC236}">
                  <a16:creationId xmlns:a16="http://schemas.microsoft.com/office/drawing/2014/main" id="{499F728F-A2F1-9F40-B076-B92A87A0B443}"/>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12165020" y="5865943"/>
              <a:ext cx="382759" cy="819572"/>
            </a:xfrm>
            <a:prstGeom prst="rect">
              <a:avLst/>
            </a:prstGeom>
          </p:spPr>
        </p:pic>
        <p:pic>
          <p:nvPicPr>
            <p:cNvPr id="19" name="Image 12" descr=" ">
              <a:extLst>
                <a:ext uri="{FF2B5EF4-FFF2-40B4-BE49-F238E27FC236}">
                  <a16:creationId xmlns:a16="http://schemas.microsoft.com/office/drawing/2014/main" id="{E16D28B2-4354-7A04-E93E-2664AAAAC6A5}"/>
                </a:ext>
              </a:extLst>
            </p:cNvPr>
            <p:cNvPicPr>
              <a:picLocks noChangeAspect="1"/>
            </p:cNvPicPr>
            <p:nvPr userDrawn="1"/>
          </p:nvPicPr>
          <p:blipFill>
            <a:blip>
              <a:extLst>
                <a:ext uri="{96DAC541-7B7A-43D3-8B79-37D633B846F1}">
                  <asvg:svgBlip xmlns:asvg="http://schemas.microsoft.com/office/drawing/2016/SVG/main" r:embed="rId14"/>
                </a:ext>
              </a:extLst>
            </a:blip>
            <a:stretch>
              <a:fillRect/>
            </a:stretch>
          </p:blipFill>
          <p:spPr>
            <a:xfrm>
              <a:off x="13304045" y="6040692"/>
              <a:ext cx="373692" cy="630696"/>
            </a:xfrm>
            <a:prstGeom prst="rect">
              <a:avLst/>
            </a:prstGeom>
          </p:spPr>
        </p:pic>
      </p:grpSp>
    </p:spTree>
    <p:extLst>
      <p:ext uri="{BB962C8B-B14F-4D97-AF65-F5344CB8AC3E}">
        <p14:creationId xmlns:p14="http://schemas.microsoft.com/office/powerpoint/2010/main" val="1086859368"/>
      </p:ext>
    </p:extLst>
  </p:cSld>
  <p:clrMapOvr>
    <a:masterClrMapping/>
  </p:clrMapOvr>
  <p:extLst>
    <p:ext uri="{DCECCB84-F9BA-43D5-87BE-67443E8EF086}">
      <p15:sldGuideLst xmlns:p15="http://schemas.microsoft.com/office/powerpoint/2012/main">
        <p15:guide id="1" orient="horz" pos="3453">
          <p15:clr>
            <a:srgbClr val="FBAE40"/>
          </p15:clr>
        </p15:guide>
        <p15:guide id="2" pos="398">
          <p15:clr>
            <a:srgbClr val="FBAE40"/>
          </p15:clr>
        </p15:guide>
        <p15:guide id="3" pos="5842">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Section 2">
    <p:bg>
      <p:bgPr>
        <a:solidFill>
          <a:schemeClr val="bg1">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555464" y="1811549"/>
            <a:ext cx="11440830" cy="7313406"/>
          </a:xfrm>
          <a:prstGeom prst="rect">
            <a:avLst/>
          </a:prstGeom>
        </p:spPr>
        <p:txBody>
          <a:bodyPr lIns="0" anchor="t">
            <a:noAutofit/>
          </a:bodyPr>
          <a:lstStyle>
            <a:lvl1pPr>
              <a:lnSpc>
                <a:spcPct val="100000"/>
              </a:lnSpc>
              <a:defRPr sz="12000" b="1" i="0">
                <a:solidFill>
                  <a:schemeClr val="bg1"/>
                </a:solidFill>
                <a:latin typeface="Ubuntu" panose="020B0504030602030204" pitchFamily="34" charset="0"/>
              </a:defRPr>
            </a:lvl1pPr>
          </a:lstStyle>
          <a:p>
            <a:r>
              <a:rPr lang="en-US"/>
              <a:t>Subtitle</a:t>
            </a:r>
          </a:p>
        </p:txBody>
      </p:sp>
      <p:grpSp>
        <p:nvGrpSpPr>
          <p:cNvPr id="4" name="Group 3">
            <a:extLst>
              <a:ext uri="{FF2B5EF4-FFF2-40B4-BE49-F238E27FC236}">
                <a16:creationId xmlns:a16="http://schemas.microsoft.com/office/drawing/2014/main" id="{645AB3F2-1EDA-A5B5-8C1E-DE31A303F872}"/>
              </a:ext>
            </a:extLst>
          </p:cNvPr>
          <p:cNvGrpSpPr>
            <a:grpSpLocks noChangeAspect="1"/>
          </p:cNvGrpSpPr>
          <p:nvPr userDrawn="1"/>
        </p:nvGrpSpPr>
        <p:grpSpPr>
          <a:xfrm>
            <a:off x="1475378" y="12759411"/>
            <a:ext cx="1772538" cy="477202"/>
            <a:chOff x="8648640" y="5677688"/>
            <a:chExt cx="7088627" cy="2349401"/>
          </a:xfrm>
        </p:grpSpPr>
        <p:sp>
          <p:nvSpPr>
            <p:cNvPr id="5" name="Shape 0">
              <a:extLst>
                <a:ext uri="{FF2B5EF4-FFF2-40B4-BE49-F238E27FC236}">
                  <a16:creationId xmlns:a16="http://schemas.microsoft.com/office/drawing/2014/main" id="{24B97994-74A5-017F-AC5D-0E327390F425}"/>
                </a:ext>
              </a:extLst>
            </p:cNvPr>
            <p:cNvSpPr/>
            <p:nvPr userDrawn="1"/>
          </p:nvSpPr>
          <p:spPr>
            <a:xfrm>
              <a:off x="8648640" y="5677688"/>
              <a:ext cx="7088627" cy="2349400"/>
            </a:xfrm>
            <a:prstGeom prst="rect">
              <a:avLst/>
            </a:prstGeom>
            <a:noFill/>
            <a:ln/>
          </p:spPr>
          <p:txBody>
            <a:bodyPr/>
            <a:lstStyle/>
            <a:p>
              <a:endParaRPr lang="en-PT" sz="14400"/>
            </a:p>
          </p:txBody>
        </p:sp>
        <p:pic>
          <p:nvPicPr>
            <p:cNvPr id="6" name="Image 1" descr=" ">
              <a:extLst>
                <a:ext uri="{FF2B5EF4-FFF2-40B4-BE49-F238E27FC236}">
                  <a16:creationId xmlns:a16="http://schemas.microsoft.com/office/drawing/2014/main" id="{85C1F55F-213E-86EB-C5DA-A24693400F4A}"/>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8648640" y="5677688"/>
              <a:ext cx="7088627" cy="2349401"/>
            </a:xfrm>
            <a:prstGeom prst="rect">
              <a:avLst/>
            </a:prstGeom>
          </p:spPr>
        </p:pic>
        <p:pic>
          <p:nvPicPr>
            <p:cNvPr id="7" name="Image 2" descr=" ">
              <a:extLst>
                <a:ext uri="{FF2B5EF4-FFF2-40B4-BE49-F238E27FC236}">
                  <a16:creationId xmlns:a16="http://schemas.microsoft.com/office/drawing/2014/main" id="{4DA70CC3-F17E-7429-0F8F-4F26729FE51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410202" y="6038416"/>
              <a:ext cx="722477" cy="1519219"/>
            </a:xfrm>
            <a:prstGeom prst="rect">
              <a:avLst/>
            </a:prstGeom>
          </p:spPr>
        </p:pic>
        <p:pic>
          <p:nvPicPr>
            <p:cNvPr id="8" name="Image 3" descr=" ">
              <a:extLst>
                <a:ext uri="{FF2B5EF4-FFF2-40B4-BE49-F238E27FC236}">
                  <a16:creationId xmlns:a16="http://schemas.microsoft.com/office/drawing/2014/main" id="{9702BF3F-525D-C611-E536-667EF6A163D3}"/>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2899231" y="7123671"/>
              <a:ext cx="848439" cy="630628"/>
            </a:xfrm>
            <a:prstGeom prst="rect">
              <a:avLst/>
            </a:prstGeom>
          </p:spPr>
        </p:pic>
        <p:pic>
          <p:nvPicPr>
            <p:cNvPr id="9" name="Image 4" descr=" ">
              <a:extLst>
                <a:ext uri="{FF2B5EF4-FFF2-40B4-BE49-F238E27FC236}">
                  <a16:creationId xmlns:a16="http://schemas.microsoft.com/office/drawing/2014/main" id="{EE689F3F-E540-1675-4458-9B23B97CEB57}"/>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3929176" y="7124595"/>
              <a:ext cx="555508" cy="850540"/>
            </a:xfrm>
            <a:prstGeom prst="rect">
              <a:avLst/>
            </a:prstGeom>
          </p:spPr>
        </p:pic>
        <p:pic>
          <p:nvPicPr>
            <p:cNvPr id="11" name="Image 5" descr=" ">
              <a:extLst>
                <a:ext uri="{FF2B5EF4-FFF2-40B4-BE49-F238E27FC236}">
                  <a16:creationId xmlns:a16="http://schemas.microsoft.com/office/drawing/2014/main" id="{962DC8F4-6F9E-F1F6-65BA-4FE7EDC92186}"/>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11477881" y="5831427"/>
              <a:ext cx="564712" cy="858385"/>
            </a:xfrm>
            <a:prstGeom prst="rect">
              <a:avLst/>
            </a:prstGeom>
          </p:spPr>
        </p:pic>
        <p:pic>
          <p:nvPicPr>
            <p:cNvPr id="12" name="Image 6" descr=" ">
              <a:extLst>
                <a:ext uri="{FF2B5EF4-FFF2-40B4-BE49-F238E27FC236}">
                  <a16:creationId xmlns:a16="http://schemas.microsoft.com/office/drawing/2014/main" id="{E2B3525F-F25C-8A30-84F6-ED6C7FCC02F0}"/>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11477881" y="6915479"/>
              <a:ext cx="655198" cy="857362"/>
            </a:xfrm>
            <a:prstGeom prst="rect">
              <a:avLst/>
            </a:prstGeom>
          </p:spPr>
        </p:pic>
        <p:pic>
          <p:nvPicPr>
            <p:cNvPr id="13" name="Image 7" descr=" ">
              <a:extLst>
                <a:ext uri="{FF2B5EF4-FFF2-40B4-BE49-F238E27FC236}">
                  <a16:creationId xmlns:a16="http://schemas.microsoft.com/office/drawing/2014/main" id="{F7F59B33-25B0-7328-92C4-7574BB9B30D0}"/>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12625465" y="6037783"/>
              <a:ext cx="498835" cy="646081"/>
            </a:xfrm>
            <a:prstGeom prst="rect">
              <a:avLst/>
            </a:prstGeom>
          </p:spPr>
        </p:pic>
        <p:pic>
          <p:nvPicPr>
            <p:cNvPr id="14" name="Image 8" descr=" ">
              <a:extLst>
                <a:ext uri="{FF2B5EF4-FFF2-40B4-BE49-F238E27FC236}">
                  <a16:creationId xmlns:a16="http://schemas.microsoft.com/office/drawing/2014/main" id="{48707CDD-002F-9EE8-9A96-D3BE7B44C19C}"/>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12218791" y="7120923"/>
              <a:ext cx="498959" cy="646584"/>
            </a:xfrm>
            <a:prstGeom prst="rect">
              <a:avLst/>
            </a:prstGeom>
          </p:spPr>
        </p:pic>
        <p:pic>
          <p:nvPicPr>
            <p:cNvPr id="15" name="Image 9" descr=" ">
              <a:extLst>
                <a:ext uri="{FF2B5EF4-FFF2-40B4-BE49-F238E27FC236}">
                  <a16:creationId xmlns:a16="http://schemas.microsoft.com/office/drawing/2014/main" id="{59DF0D80-62D3-81B2-F02F-F8C0EBF4E458}"/>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14630381" y="7136203"/>
              <a:ext cx="513112" cy="632160"/>
            </a:xfrm>
            <a:prstGeom prst="rect">
              <a:avLst/>
            </a:prstGeom>
          </p:spPr>
        </p:pic>
        <p:pic>
          <p:nvPicPr>
            <p:cNvPr id="16" name="Image 10" descr=" ">
              <a:extLst>
                <a:ext uri="{FF2B5EF4-FFF2-40B4-BE49-F238E27FC236}">
                  <a16:creationId xmlns:a16="http://schemas.microsoft.com/office/drawing/2014/main" id="{8DBA9062-AEC0-25D7-E575-DA2A8C0620A3}"/>
                </a:ext>
              </a:extLst>
            </p:cNvPr>
            <p:cNvPicPr>
              <a:picLocks noChangeAspect="1"/>
            </p:cNvPicPr>
            <p:nvPr userDrawn="1"/>
          </p:nvPicPr>
          <p:blipFill>
            <a:blip>
              <a:extLst>
                <a:ext uri="{96DAC541-7B7A-43D3-8B79-37D633B846F1}">
                  <asvg:svgBlip xmlns:asvg="http://schemas.microsoft.com/office/drawing/2016/SVG/main" r:embed="rId11"/>
                </a:ext>
              </a:extLst>
            </a:blip>
            <a:stretch>
              <a:fillRect/>
            </a:stretch>
          </p:blipFill>
          <p:spPr>
            <a:xfrm>
              <a:off x="13777948" y="5866259"/>
              <a:ext cx="382462" cy="819404"/>
            </a:xfrm>
            <a:prstGeom prst="rect">
              <a:avLst/>
            </a:prstGeom>
          </p:spPr>
        </p:pic>
        <p:pic>
          <p:nvPicPr>
            <p:cNvPr id="18" name="Image 11" descr=" ">
              <a:extLst>
                <a:ext uri="{FF2B5EF4-FFF2-40B4-BE49-F238E27FC236}">
                  <a16:creationId xmlns:a16="http://schemas.microsoft.com/office/drawing/2014/main" id="{C1368E55-86ED-4610-83CE-5A2B22ACFFD8}"/>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12165020" y="5865943"/>
              <a:ext cx="382759" cy="819572"/>
            </a:xfrm>
            <a:prstGeom prst="rect">
              <a:avLst/>
            </a:prstGeom>
          </p:spPr>
        </p:pic>
        <p:pic>
          <p:nvPicPr>
            <p:cNvPr id="19" name="Image 12" descr=" ">
              <a:extLst>
                <a:ext uri="{FF2B5EF4-FFF2-40B4-BE49-F238E27FC236}">
                  <a16:creationId xmlns:a16="http://schemas.microsoft.com/office/drawing/2014/main" id="{7A74112D-39F1-07BC-1313-4D1761D789D6}"/>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13304045" y="6040692"/>
              <a:ext cx="373692" cy="630696"/>
            </a:xfrm>
            <a:prstGeom prst="rect">
              <a:avLst/>
            </a:prstGeom>
          </p:spPr>
        </p:pic>
      </p:grpSp>
      <p:cxnSp>
        <p:nvCxnSpPr>
          <p:cNvPr id="20" name="Straight Connector 19">
            <a:extLst>
              <a:ext uri="{FF2B5EF4-FFF2-40B4-BE49-F238E27FC236}">
                <a16:creationId xmlns:a16="http://schemas.microsoft.com/office/drawing/2014/main" id="{5174595A-154E-ED08-DEFB-D3363AC967A6}"/>
              </a:ext>
            </a:extLst>
          </p:cNvPr>
          <p:cNvCxnSpPr>
            <a:cxnSpLocks/>
          </p:cNvCxnSpPr>
          <p:nvPr userDrawn="1"/>
        </p:nvCxnSpPr>
        <p:spPr>
          <a:xfrm>
            <a:off x="3590353" y="12735444"/>
            <a:ext cx="0" cy="530768"/>
          </a:xfrm>
          <a:prstGeom prst="line">
            <a:avLst/>
          </a:prstGeom>
          <a:ln w="31750">
            <a:solidFill>
              <a:schemeClr val="bg1"/>
            </a:solidFill>
          </a:ln>
        </p:spPr>
        <p:style>
          <a:lnRef idx="3">
            <a:schemeClr val="dk1"/>
          </a:lnRef>
          <a:fillRef idx="0">
            <a:schemeClr val="dk1"/>
          </a:fillRef>
          <a:effectRef idx="2">
            <a:schemeClr val="dk1"/>
          </a:effectRef>
          <a:fontRef idx="minor">
            <a:schemeClr val="tx1"/>
          </a:fontRef>
        </p:style>
      </p:cxnSp>
      <p:sp>
        <p:nvSpPr>
          <p:cNvPr id="21" name="TextBox 20">
            <a:extLst>
              <a:ext uri="{FF2B5EF4-FFF2-40B4-BE49-F238E27FC236}">
                <a16:creationId xmlns:a16="http://schemas.microsoft.com/office/drawing/2014/main" id="{CBE34162-B536-DB73-233B-BD2FB0323BA9}"/>
              </a:ext>
            </a:extLst>
          </p:cNvPr>
          <p:cNvSpPr txBox="1"/>
          <p:nvPr userDrawn="1"/>
        </p:nvSpPr>
        <p:spPr>
          <a:xfrm>
            <a:off x="3626806" y="12785384"/>
            <a:ext cx="4165465" cy="430888"/>
          </a:xfrm>
          <a:prstGeom prst="rect">
            <a:avLst/>
          </a:prstGeom>
        </p:spPr>
        <p:txBody>
          <a:bodyPr lIns="177800" tIns="101600" rIns="177800" bIns="101600"/>
          <a:lstStyle>
            <a:defPPr>
              <a:defRPr lang="en-US"/>
            </a:defPPr>
            <a:lvl1pPr>
              <a:defRPr sz="800" b="0" i="0">
                <a:solidFill>
                  <a:schemeClr val="bg1"/>
                </a:solidFill>
                <a:latin typeface="Ubuntu Light" panose="020B0304030602030204" pitchFamily="34" charset="0"/>
              </a:defRPr>
            </a:lvl1pPr>
          </a:lstStyle>
          <a:p>
            <a:pPr lvl="0"/>
            <a:r>
              <a:rPr lang="en-GB" sz="1600">
                <a:solidFill>
                  <a:schemeClr val="bg1"/>
                </a:solidFill>
                <a:latin typeface="Figtree" pitchFamily="2" charset="0"/>
              </a:rPr>
              <a:t>Strictly private and confidential</a:t>
            </a:r>
          </a:p>
        </p:txBody>
      </p:sp>
    </p:spTree>
    <p:extLst>
      <p:ext uri="{BB962C8B-B14F-4D97-AF65-F5344CB8AC3E}">
        <p14:creationId xmlns:p14="http://schemas.microsoft.com/office/powerpoint/2010/main" val="802139905"/>
      </p:ext>
    </p:extLst>
  </p:cSld>
  <p:clrMapOvr>
    <a:masterClrMapping/>
  </p:clrMapOvr>
  <p:extLst>
    <p:ext uri="{DCECCB84-F9BA-43D5-87BE-67443E8EF086}">
      <p15:sldGuideLst xmlns:p15="http://schemas.microsoft.com/office/powerpoint/2012/main">
        <p15:guide id="1" pos="398">
          <p15:clr>
            <a:srgbClr val="FBAE40"/>
          </p15:clr>
        </p15:guide>
        <p15:guide id="2" pos="5842">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Disclaimer">
    <p:spTree>
      <p:nvGrpSpPr>
        <p:cNvPr id="1" name=""/>
        <p:cNvGrpSpPr/>
        <p:nvPr/>
      </p:nvGrpSpPr>
      <p:grpSpPr>
        <a:xfrm>
          <a:off x="0" y="0"/>
          <a:ext cx="0" cy="0"/>
          <a:chOff x="0" y="0"/>
          <a:chExt cx="0" cy="0"/>
        </a:xfrm>
      </p:grpSpPr>
      <p:sp>
        <p:nvSpPr>
          <p:cNvPr id="7" name="Text Placeholder 2">
            <a:extLst>
              <a:ext uri="{FF2B5EF4-FFF2-40B4-BE49-F238E27FC236}">
                <a16:creationId xmlns:a16="http://schemas.microsoft.com/office/drawing/2014/main" id="{799E6E5C-959B-0563-604C-41387C657EA5}"/>
              </a:ext>
            </a:extLst>
          </p:cNvPr>
          <p:cNvSpPr>
            <a:spLocks noGrp="1"/>
          </p:cNvSpPr>
          <p:nvPr>
            <p:ph type="body" idx="1"/>
          </p:nvPr>
        </p:nvSpPr>
        <p:spPr>
          <a:xfrm>
            <a:off x="1023950" y="1816101"/>
            <a:ext cx="22249383" cy="10585450"/>
          </a:xfrm>
          <a:prstGeom prst="rect">
            <a:avLst/>
          </a:prstGeom>
        </p:spPr>
        <p:txBody>
          <a:bodyPr lIns="0" tIns="0" rIns="0" bIns="0">
            <a:noAutofit/>
          </a:bodyPr>
          <a:lstStyle>
            <a:lvl1pPr marL="0" indent="0">
              <a:lnSpc>
                <a:spcPct val="150000"/>
              </a:lnSpc>
              <a:buNone/>
              <a:defRPr sz="2400" b="0" i="0">
                <a:solidFill>
                  <a:schemeClr val="tx1"/>
                </a:solidFill>
                <a:latin typeface="Figtree" pitchFamily="2" charset="0"/>
              </a:defRPr>
            </a:lvl1pPr>
            <a:lvl2pPr marL="914400" indent="0">
              <a:buNone/>
              <a:defRPr sz="4000">
                <a:solidFill>
                  <a:schemeClr val="tx1">
                    <a:tint val="75000"/>
                  </a:schemeClr>
                </a:solidFill>
              </a:defRPr>
            </a:lvl2pPr>
            <a:lvl3pPr marL="1828800" indent="0">
              <a:buNone/>
              <a:defRPr sz="3600">
                <a:solidFill>
                  <a:schemeClr val="tx1">
                    <a:tint val="75000"/>
                  </a:schemeClr>
                </a:solidFill>
              </a:defRPr>
            </a:lvl3pPr>
            <a:lvl4pPr marL="2743200" indent="0">
              <a:buNone/>
              <a:defRPr sz="3200">
                <a:solidFill>
                  <a:schemeClr val="tx1">
                    <a:tint val="75000"/>
                  </a:schemeClr>
                </a:solidFill>
              </a:defRPr>
            </a:lvl4pPr>
            <a:lvl5pPr marL="3657600" indent="0">
              <a:buNone/>
              <a:defRPr sz="3200">
                <a:solidFill>
                  <a:schemeClr val="tx1">
                    <a:tint val="75000"/>
                  </a:schemeClr>
                </a:solidFill>
              </a:defRPr>
            </a:lvl5pPr>
            <a:lvl6pPr marL="4572000" indent="0">
              <a:buNone/>
              <a:defRPr sz="3200">
                <a:solidFill>
                  <a:schemeClr val="tx1">
                    <a:tint val="75000"/>
                  </a:schemeClr>
                </a:solidFill>
              </a:defRPr>
            </a:lvl6pPr>
            <a:lvl7pPr marL="5486400" indent="0">
              <a:buNone/>
              <a:defRPr sz="3200">
                <a:solidFill>
                  <a:schemeClr val="tx1">
                    <a:tint val="75000"/>
                  </a:schemeClr>
                </a:solidFill>
              </a:defRPr>
            </a:lvl7pPr>
            <a:lvl8pPr marL="6400800" indent="0">
              <a:buNone/>
              <a:defRPr sz="3200">
                <a:solidFill>
                  <a:schemeClr val="tx1">
                    <a:tint val="75000"/>
                  </a:schemeClr>
                </a:solidFill>
              </a:defRPr>
            </a:lvl8pPr>
            <a:lvl9pPr marL="7315200" indent="0">
              <a:buNone/>
              <a:defRPr sz="3200">
                <a:solidFill>
                  <a:schemeClr val="tx1">
                    <a:tint val="75000"/>
                  </a:schemeClr>
                </a:solidFill>
              </a:defRPr>
            </a:lvl9pPr>
          </a:lstStyle>
          <a:p>
            <a:pPr lvl="0"/>
            <a:r>
              <a:rPr lang="en-US"/>
              <a:t>Click to edit Master text styles</a:t>
            </a:r>
          </a:p>
        </p:txBody>
      </p:sp>
      <p:sp>
        <p:nvSpPr>
          <p:cNvPr id="23" name="Title 1">
            <a:extLst>
              <a:ext uri="{FF2B5EF4-FFF2-40B4-BE49-F238E27FC236}">
                <a16:creationId xmlns:a16="http://schemas.microsoft.com/office/drawing/2014/main" id="{02F9C16C-23F8-B9D7-DEA3-3E4B8853BAAB}"/>
              </a:ext>
            </a:extLst>
          </p:cNvPr>
          <p:cNvSpPr>
            <a:spLocks noGrp="1"/>
          </p:cNvSpPr>
          <p:nvPr>
            <p:ph type="title" hasCustomPrompt="1"/>
          </p:nvPr>
        </p:nvSpPr>
        <p:spPr>
          <a:xfrm>
            <a:off x="1023951" y="736601"/>
            <a:ext cx="22249390" cy="878189"/>
          </a:xfrm>
          <a:prstGeom prst="rect">
            <a:avLst/>
          </a:prstGeom>
        </p:spPr>
        <p:txBody>
          <a:bodyPr vert="horz" lIns="0" tIns="50800" rIns="88900" bIns="50800" rtlCol="0" anchor="t">
            <a:spAutoFit/>
          </a:bodyPr>
          <a:lstStyle>
            <a:lvl1pPr>
              <a:defRPr lang="en-US" sz="5600" b="1" i="0" dirty="0">
                <a:solidFill>
                  <a:srgbClr val="12BD64"/>
                </a:solidFill>
                <a:latin typeface="Figtree" pitchFamily="2" charset="0"/>
              </a:defRPr>
            </a:lvl1pPr>
          </a:lstStyle>
          <a:p>
            <a:pPr lvl="0"/>
            <a:r>
              <a:rPr lang="en-US"/>
              <a:t>Disclaimer</a:t>
            </a:r>
          </a:p>
        </p:txBody>
      </p:sp>
      <p:cxnSp>
        <p:nvCxnSpPr>
          <p:cNvPr id="4" name="Straight Connector 3">
            <a:extLst>
              <a:ext uri="{FF2B5EF4-FFF2-40B4-BE49-F238E27FC236}">
                <a16:creationId xmlns:a16="http://schemas.microsoft.com/office/drawing/2014/main" id="{08EAC03A-6F70-9A71-FBE4-DCA59B6AE56A}"/>
              </a:ext>
            </a:extLst>
          </p:cNvPr>
          <p:cNvCxnSpPr>
            <a:cxnSpLocks/>
          </p:cNvCxnSpPr>
          <p:nvPr userDrawn="1"/>
        </p:nvCxnSpPr>
        <p:spPr>
          <a:xfrm>
            <a:off x="3590353" y="12735444"/>
            <a:ext cx="0" cy="530768"/>
          </a:xfrm>
          <a:prstGeom prst="line">
            <a:avLst/>
          </a:prstGeom>
          <a:ln w="31750">
            <a:solidFill>
              <a:srgbClr val="12BD64"/>
            </a:solidFill>
          </a:ln>
        </p:spPr>
        <p:style>
          <a:lnRef idx="3">
            <a:schemeClr val="dk1"/>
          </a:lnRef>
          <a:fillRef idx="0">
            <a:schemeClr val="dk1"/>
          </a:fillRef>
          <a:effectRef idx="2">
            <a:schemeClr val="dk1"/>
          </a:effectRef>
          <a:fontRef idx="minor">
            <a:schemeClr val="tx1"/>
          </a:fontRef>
        </p:style>
      </p:cxnSp>
      <p:sp>
        <p:nvSpPr>
          <p:cNvPr id="5" name="TextBox 4">
            <a:extLst>
              <a:ext uri="{FF2B5EF4-FFF2-40B4-BE49-F238E27FC236}">
                <a16:creationId xmlns:a16="http://schemas.microsoft.com/office/drawing/2014/main" id="{088814D3-23BF-472A-7793-E32DE0E2D349}"/>
              </a:ext>
            </a:extLst>
          </p:cNvPr>
          <p:cNvSpPr txBox="1"/>
          <p:nvPr userDrawn="1"/>
        </p:nvSpPr>
        <p:spPr>
          <a:xfrm>
            <a:off x="0" y="13236632"/>
            <a:ext cx="3590346" cy="430888"/>
          </a:xfrm>
          <a:prstGeom prst="rect">
            <a:avLst/>
          </a:prstGeom>
        </p:spPr>
        <p:txBody>
          <a:bodyPr lIns="177800" tIns="101600" rIns="177800" bIns="101600"/>
          <a:lstStyle>
            <a:defPPr>
              <a:defRPr lang="en-US"/>
            </a:defPPr>
            <a:lvl1pPr>
              <a:defRPr sz="800" b="0" i="0">
                <a:solidFill>
                  <a:schemeClr val="bg1"/>
                </a:solidFill>
                <a:latin typeface="Ubuntu Light" panose="020B0304030602030204" pitchFamily="34" charset="0"/>
              </a:defRPr>
            </a:lvl1pPr>
          </a:lstStyle>
          <a:p>
            <a:pPr lvl="0" algn="ctr"/>
            <a:r>
              <a:rPr lang="en-GB" sz="1200">
                <a:solidFill>
                  <a:srgbClr val="272726"/>
                </a:solidFill>
                <a:latin typeface="Figtree" pitchFamily="2" charset="0"/>
              </a:rPr>
              <a:t>Strictly private and confidential</a:t>
            </a:r>
          </a:p>
        </p:txBody>
      </p:sp>
      <p:pic>
        <p:nvPicPr>
          <p:cNvPr id="1026" name="Picture 2">
            <a:extLst>
              <a:ext uri="{FF2B5EF4-FFF2-40B4-BE49-F238E27FC236}">
                <a16:creationId xmlns:a16="http://schemas.microsoft.com/office/drawing/2014/main" id="{BB8CF565-9AB2-8E18-A16F-7520C81356A0}"/>
              </a:ext>
            </a:extLst>
          </p:cNvPr>
          <p:cNvPicPr>
            <a:picLocks noChangeAspect="1" noChangeArrowheads="1"/>
          </p:cNvPicPr>
          <p:nvPr userDrawn="1"/>
        </p:nvPicPr>
        <p:blipFill>
          <a:blip r:embed="rId2" cstate="print">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1023949" y="12758196"/>
            <a:ext cx="1772538" cy="478416"/>
          </a:xfrm>
          <a:prstGeom prst="rect">
            <a:avLst/>
          </a:prstGeom>
          <a:noFill/>
          <a:extLst>
            <a:ext uri="{909E8E84-426E-40DD-AFC4-6F175D3DCCD1}">
              <a14:hiddenFill xmlns:a14="http://schemas.microsoft.com/office/drawing/2010/main">
                <a:solidFill>
                  <a:srgbClr val="FFFFFF"/>
                </a:solidFill>
              </a14:hiddenFill>
            </a:ext>
          </a:extLst>
        </p:spPr>
      </p:pic>
      <p:sp>
        <p:nvSpPr>
          <p:cNvPr id="3" name="Text Placeholder 2">
            <a:extLst>
              <a:ext uri="{FF2B5EF4-FFF2-40B4-BE49-F238E27FC236}">
                <a16:creationId xmlns:a16="http://schemas.microsoft.com/office/drawing/2014/main" id="{B7F97870-454E-73AC-5F9C-A0CB3A63A1FF}"/>
              </a:ext>
            </a:extLst>
          </p:cNvPr>
          <p:cNvSpPr>
            <a:spLocks noGrp="1"/>
          </p:cNvSpPr>
          <p:nvPr>
            <p:ph type="body" idx="10"/>
          </p:nvPr>
        </p:nvSpPr>
        <p:spPr>
          <a:xfrm>
            <a:off x="3841760" y="12820828"/>
            <a:ext cx="19431571" cy="360000"/>
          </a:xfrm>
          <a:prstGeom prst="rect">
            <a:avLst/>
          </a:prstGeom>
        </p:spPr>
        <p:txBody>
          <a:bodyPr lIns="0" tIns="0" rIns="0" bIns="0" anchor="ctr">
            <a:noAutofit/>
          </a:bodyPr>
          <a:lstStyle>
            <a:lvl1pPr marL="0" indent="0">
              <a:lnSpc>
                <a:spcPct val="150000"/>
              </a:lnSpc>
              <a:buNone/>
              <a:defRPr sz="1600" b="0" i="0">
                <a:solidFill>
                  <a:schemeClr val="bg1">
                    <a:lumMod val="50000"/>
                  </a:schemeClr>
                </a:solidFill>
                <a:latin typeface="Figtree" pitchFamily="2" charset="0"/>
              </a:defRPr>
            </a:lvl1pPr>
            <a:lvl2pPr marL="914400" indent="0">
              <a:buNone/>
              <a:defRPr sz="4000">
                <a:solidFill>
                  <a:schemeClr val="tx1">
                    <a:tint val="75000"/>
                  </a:schemeClr>
                </a:solidFill>
              </a:defRPr>
            </a:lvl2pPr>
            <a:lvl3pPr marL="1828800" indent="0">
              <a:buNone/>
              <a:defRPr sz="3600">
                <a:solidFill>
                  <a:schemeClr val="tx1">
                    <a:tint val="75000"/>
                  </a:schemeClr>
                </a:solidFill>
              </a:defRPr>
            </a:lvl3pPr>
            <a:lvl4pPr marL="2743200" indent="0">
              <a:buNone/>
              <a:defRPr sz="3200">
                <a:solidFill>
                  <a:schemeClr val="tx1">
                    <a:tint val="75000"/>
                  </a:schemeClr>
                </a:solidFill>
              </a:defRPr>
            </a:lvl4pPr>
            <a:lvl5pPr marL="3657600" indent="0">
              <a:buNone/>
              <a:defRPr sz="3200">
                <a:solidFill>
                  <a:schemeClr val="tx1">
                    <a:tint val="75000"/>
                  </a:schemeClr>
                </a:solidFill>
              </a:defRPr>
            </a:lvl5pPr>
            <a:lvl6pPr marL="4572000" indent="0">
              <a:buNone/>
              <a:defRPr sz="3200">
                <a:solidFill>
                  <a:schemeClr val="tx1">
                    <a:tint val="75000"/>
                  </a:schemeClr>
                </a:solidFill>
              </a:defRPr>
            </a:lvl6pPr>
            <a:lvl7pPr marL="5486400" indent="0">
              <a:buNone/>
              <a:defRPr sz="3200">
                <a:solidFill>
                  <a:schemeClr val="tx1">
                    <a:tint val="75000"/>
                  </a:schemeClr>
                </a:solidFill>
              </a:defRPr>
            </a:lvl7pPr>
            <a:lvl8pPr marL="6400800" indent="0">
              <a:buNone/>
              <a:defRPr sz="3200">
                <a:solidFill>
                  <a:schemeClr val="tx1">
                    <a:tint val="75000"/>
                  </a:schemeClr>
                </a:solidFill>
              </a:defRPr>
            </a:lvl8pPr>
            <a:lvl9pPr marL="7315200" indent="0">
              <a:buNone/>
              <a:defRPr sz="3200">
                <a:solidFill>
                  <a:schemeClr val="tx1">
                    <a:tint val="75000"/>
                  </a:schemeClr>
                </a:solidFill>
              </a:defRPr>
            </a:lvl9pPr>
          </a:lstStyle>
          <a:p>
            <a:pPr lvl="0"/>
            <a:r>
              <a:rPr lang="en-US"/>
              <a:t>Click to edit Master text styles</a:t>
            </a:r>
          </a:p>
        </p:txBody>
      </p:sp>
      <p:sp>
        <p:nvSpPr>
          <p:cNvPr id="2" name="TextBox 1">
            <a:extLst>
              <a:ext uri="{FF2B5EF4-FFF2-40B4-BE49-F238E27FC236}">
                <a16:creationId xmlns:a16="http://schemas.microsoft.com/office/drawing/2014/main" id="{86533224-6C62-7251-4136-4AC710099F7C}"/>
              </a:ext>
            </a:extLst>
          </p:cNvPr>
          <p:cNvSpPr txBox="1"/>
          <p:nvPr userDrawn="1"/>
        </p:nvSpPr>
        <p:spPr>
          <a:xfrm>
            <a:off x="21255949" y="-2063"/>
            <a:ext cx="2725426" cy="1200329"/>
          </a:xfrm>
          <a:prstGeom prst="rect">
            <a:avLst/>
          </a:prstGeom>
          <a:noFill/>
        </p:spPr>
        <p:txBody>
          <a:bodyPr wrap="none" rtlCol="0">
            <a:spAutoFit/>
          </a:bodyPr>
          <a:lstStyle/>
          <a:p>
            <a:r>
              <a:rPr lang="en-US" sz="7200" b="1" i="1">
                <a:solidFill>
                  <a:srgbClr val="FFCDCD"/>
                </a:solidFill>
              </a:rPr>
              <a:t>DRAFT</a:t>
            </a:r>
            <a:endParaRPr lang="en-GB" sz="7200" b="1" i="1">
              <a:solidFill>
                <a:srgbClr val="FFCDCD"/>
              </a:solidFill>
            </a:endParaRPr>
          </a:p>
        </p:txBody>
      </p:sp>
    </p:spTree>
    <p:extLst>
      <p:ext uri="{BB962C8B-B14F-4D97-AF65-F5344CB8AC3E}">
        <p14:creationId xmlns:p14="http://schemas.microsoft.com/office/powerpoint/2010/main" val="3513229595"/>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Executive Summar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023948" y="736599"/>
            <a:ext cx="22268928" cy="878189"/>
          </a:xfrm>
          <a:prstGeom prst="rect">
            <a:avLst/>
          </a:prstGeom>
        </p:spPr>
        <p:txBody>
          <a:bodyPr vert="horz" lIns="0" tIns="50800" rIns="88900" bIns="50800" rtlCol="0" anchor="t">
            <a:spAutoFit/>
          </a:bodyPr>
          <a:lstStyle>
            <a:lvl1pPr>
              <a:defRPr lang="en-US" sz="5600" b="1" i="0">
                <a:solidFill>
                  <a:srgbClr val="12BD64"/>
                </a:solidFill>
                <a:latin typeface="Figtree" pitchFamily="2" charset="0"/>
              </a:defRPr>
            </a:lvl1pPr>
          </a:lstStyle>
          <a:p>
            <a:pPr lvl="0"/>
            <a:r>
              <a:rPr lang="en-US"/>
              <a:t>Executive Summary</a:t>
            </a:r>
          </a:p>
        </p:txBody>
      </p:sp>
      <p:sp>
        <p:nvSpPr>
          <p:cNvPr id="6" name="Slide Number Placeholder 5"/>
          <p:cNvSpPr>
            <a:spLocks noGrp="1"/>
          </p:cNvSpPr>
          <p:nvPr>
            <p:ph type="sldNum" sz="quarter" idx="12"/>
          </p:nvPr>
        </p:nvSpPr>
        <p:spPr>
          <a:xfrm>
            <a:off x="22401427" y="12617451"/>
            <a:ext cx="871912" cy="730250"/>
          </a:xfrm>
          <a:prstGeom prst="rect">
            <a:avLst/>
          </a:prstGeom>
        </p:spPr>
        <p:txBody>
          <a:bodyPr anchor="ctr"/>
          <a:lstStyle>
            <a:lvl1pPr algn="r">
              <a:defRPr sz="2000">
                <a:solidFill>
                  <a:srgbClr val="272726"/>
                </a:solidFill>
                <a:latin typeface="Figtree" pitchFamily="2" charset="0"/>
              </a:defRPr>
            </a:lvl1pPr>
          </a:lstStyle>
          <a:p>
            <a:fld id="{5F99CA44-E461-4342-8946-62027848508A}" type="slidenum">
              <a:rPr lang="en-PT" smtClean="0"/>
              <a:pPr/>
              <a:t>‹#›</a:t>
            </a:fld>
            <a:endParaRPr lang="en-PT"/>
          </a:p>
        </p:txBody>
      </p:sp>
      <p:sp>
        <p:nvSpPr>
          <p:cNvPr id="7" name="Text Placeholder 2">
            <a:extLst>
              <a:ext uri="{FF2B5EF4-FFF2-40B4-BE49-F238E27FC236}">
                <a16:creationId xmlns:a16="http://schemas.microsoft.com/office/drawing/2014/main" id="{799E6E5C-959B-0563-604C-41387C657EA5}"/>
              </a:ext>
            </a:extLst>
          </p:cNvPr>
          <p:cNvSpPr>
            <a:spLocks noGrp="1"/>
          </p:cNvSpPr>
          <p:nvPr>
            <p:ph type="body" idx="1" hasCustomPrompt="1"/>
          </p:nvPr>
        </p:nvSpPr>
        <p:spPr>
          <a:xfrm>
            <a:off x="1023950" y="2968627"/>
            <a:ext cx="22249388" cy="9432922"/>
          </a:xfrm>
          <a:prstGeom prst="rect">
            <a:avLst/>
          </a:prstGeom>
        </p:spPr>
        <p:txBody>
          <a:bodyPr lIns="0" tIns="0" rIns="0" bIns="0">
            <a:noAutofit/>
          </a:bodyPr>
          <a:lstStyle>
            <a:lvl1pPr marL="342900" marR="0" indent="-342900" algn="l" defTabSz="1828800" rtl="0" eaLnBrk="1" fontAlgn="auto" latinLnBrk="0" hangingPunct="1">
              <a:lnSpc>
                <a:spcPct val="150000"/>
              </a:lnSpc>
              <a:spcBef>
                <a:spcPts val="2000"/>
              </a:spcBef>
              <a:spcAft>
                <a:spcPts val="0"/>
              </a:spcAft>
              <a:buClrTx/>
              <a:buSzTx/>
              <a:buFontTx/>
              <a:buBlip>
                <a:blip r:embed="rId2"/>
              </a:buBlip>
              <a:tabLst/>
              <a:defRPr sz="2400" b="0" i="0">
                <a:solidFill>
                  <a:srgbClr val="272726"/>
                </a:solidFill>
                <a:latin typeface="Ubuntu Light" panose="020B0304030602030204" pitchFamily="34" charset="0"/>
              </a:defRPr>
            </a:lvl1pPr>
            <a:lvl2pPr marL="914400" indent="0">
              <a:lnSpc>
                <a:spcPct val="150000"/>
              </a:lnSpc>
              <a:buFontTx/>
              <a:buBlip>
                <a:blip r:embed="rId2"/>
              </a:buBlip>
              <a:defRPr sz="2400" b="0" i="0">
                <a:solidFill>
                  <a:srgbClr val="272726"/>
                </a:solidFill>
                <a:latin typeface="Ubuntu Light" panose="020B0304030602030204" pitchFamily="34" charset="0"/>
              </a:defRPr>
            </a:lvl2pPr>
            <a:lvl3pPr marL="1828800" indent="0">
              <a:buNone/>
              <a:defRPr sz="3600">
                <a:solidFill>
                  <a:schemeClr val="tx1">
                    <a:tint val="75000"/>
                  </a:schemeClr>
                </a:solidFill>
              </a:defRPr>
            </a:lvl3pPr>
            <a:lvl4pPr marL="2743200" indent="0">
              <a:buNone/>
              <a:defRPr sz="3200">
                <a:solidFill>
                  <a:schemeClr val="tx1">
                    <a:tint val="75000"/>
                  </a:schemeClr>
                </a:solidFill>
              </a:defRPr>
            </a:lvl4pPr>
            <a:lvl5pPr marL="3657600" indent="0">
              <a:buNone/>
              <a:defRPr sz="3200">
                <a:solidFill>
                  <a:schemeClr val="tx1">
                    <a:tint val="75000"/>
                  </a:schemeClr>
                </a:solidFill>
              </a:defRPr>
            </a:lvl5pPr>
            <a:lvl6pPr marL="4572000" indent="0">
              <a:buNone/>
              <a:defRPr sz="3200">
                <a:solidFill>
                  <a:schemeClr val="tx1">
                    <a:tint val="75000"/>
                  </a:schemeClr>
                </a:solidFill>
              </a:defRPr>
            </a:lvl6pPr>
            <a:lvl7pPr marL="5486400" indent="0">
              <a:buNone/>
              <a:defRPr sz="3200">
                <a:solidFill>
                  <a:schemeClr val="tx1">
                    <a:tint val="75000"/>
                  </a:schemeClr>
                </a:solidFill>
              </a:defRPr>
            </a:lvl7pPr>
            <a:lvl8pPr marL="6400800" indent="0">
              <a:buNone/>
              <a:defRPr sz="3200">
                <a:solidFill>
                  <a:schemeClr val="tx1">
                    <a:tint val="75000"/>
                  </a:schemeClr>
                </a:solidFill>
              </a:defRPr>
            </a:lvl8pPr>
            <a:lvl9pPr marL="7315200" indent="0">
              <a:buNone/>
              <a:defRPr sz="3200">
                <a:solidFill>
                  <a:schemeClr val="tx1">
                    <a:tint val="75000"/>
                  </a:schemeClr>
                </a:solidFill>
              </a:defRPr>
            </a:lvl9pPr>
          </a:lstStyle>
          <a:p>
            <a:pPr lvl="0"/>
            <a:r>
              <a:rPr lang="en-GB"/>
              <a:t>[Insert]</a:t>
            </a:r>
          </a:p>
          <a:p>
            <a:pPr marL="914400" marR="0" lvl="1" indent="-342900" algn="l" defTabSz="1828800" rtl="0" eaLnBrk="1" fontAlgn="auto" latinLnBrk="0" hangingPunct="1">
              <a:lnSpc>
                <a:spcPct val="150000"/>
              </a:lnSpc>
              <a:spcBef>
                <a:spcPts val="2000"/>
              </a:spcBef>
              <a:spcAft>
                <a:spcPts val="0"/>
              </a:spcAft>
              <a:buClrTx/>
              <a:buSzTx/>
              <a:buFontTx/>
              <a:buBlip>
                <a:blip r:embed="rId2"/>
              </a:buBlip>
              <a:tabLst/>
              <a:defRPr/>
            </a:pPr>
            <a:r>
              <a:rPr lang="en-GB"/>
              <a:t>[Insert]</a:t>
            </a:r>
          </a:p>
          <a:p>
            <a:pPr lvl="0"/>
            <a:endParaRPr lang="en-GB"/>
          </a:p>
          <a:p>
            <a:pPr marL="457200" marR="0" lvl="0" indent="-457200" algn="l" defTabSz="1828800" rtl="0" eaLnBrk="1" fontAlgn="auto" latinLnBrk="0" hangingPunct="1">
              <a:lnSpc>
                <a:spcPct val="150000"/>
              </a:lnSpc>
              <a:spcBef>
                <a:spcPts val="2000"/>
              </a:spcBef>
              <a:spcAft>
                <a:spcPts val="0"/>
              </a:spcAft>
              <a:buClrTx/>
              <a:buSzTx/>
              <a:buFontTx/>
              <a:buBlip>
                <a:blip r:embed="rId3"/>
              </a:buBlip>
              <a:tabLst/>
              <a:defRPr/>
            </a:pPr>
            <a:endParaRPr lang="en-GB"/>
          </a:p>
          <a:p>
            <a:pPr lvl="0"/>
            <a:endParaRPr lang="en-GB"/>
          </a:p>
        </p:txBody>
      </p:sp>
      <p:sp>
        <p:nvSpPr>
          <p:cNvPr id="4" name="Text Placeholder 2">
            <a:extLst>
              <a:ext uri="{FF2B5EF4-FFF2-40B4-BE49-F238E27FC236}">
                <a16:creationId xmlns:a16="http://schemas.microsoft.com/office/drawing/2014/main" id="{FD0E173A-AAE7-656B-3F2A-E5057B56B1E7}"/>
              </a:ext>
            </a:extLst>
          </p:cNvPr>
          <p:cNvSpPr>
            <a:spLocks noGrp="1"/>
          </p:cNvSpPr>
          <p:nvPr>
            <p:ph type="body" idx="13" hasCustomPrompt="1"/>
          </p:nvPr>
        </p:nvSpPr>
        <p:spPr>
          <a:xfrm>
            <a:off x="1023948" y="1717381"/>
            <a:ext cx="22268928" cy="1152522"/>
          </a:xfrm>
          <a:prstGeom prst="rect">
            <a:avLst/>
          </a:prstGeom>
        </p:spPr>
        <p:txBody>
          <a:bodyPr lIns="0" tIns="0" rIns="0" bIns="0">
            <a:noAutofit/>
          </a:bodyPr>
          <a:lstStyle>
            <a:lvl1pPr marL="0" indent="0">
              <a:lnSpc>
                <a:spcPct val="100000"/>
              </a:lnSpc>
              <a:spcBef>
                <a:spcPts val="0"/>
              </a:spcBef>
              <a:buNone/>
              <a:defRPr sz="3200" b="0" i="0">
                <a:solidFill>
                  <a:schemeClr val="bg1">
                    <a:lumMod val="65000"/>
                  </a:schemeClr>
                </a:solidFill>
                <a:latin typeface="Figtree" pitchFamily="2" charset="0"/>
              </a:defRPr>
            </a:lvl1pPr>
            <a:lvl2pPr marL="914400" indent="0">
              <a:buNone/>
              <a:defRPr sz="4000">
                <a:solidFill>
                  <a:schemeClr val="tx1">
                    <a:tint val="75000"/>
                  </a:schemeClr>
                </a:solidFill>
              </a:defRPr>
            </a:lvl2pPr>
            <a:lvl3pPr marL="1828800" indent="0">
              <a:buNone/>
              <a:defRPr sz="3600">
                <a:solidFill>
                  <a:schemeClr val="tx1">
                    <a:tint val="75000"/>
                  </a:schemeClr>
                </a:solidFill>
              </a:defRPr>
            </a:lvl3pPr>
            <a:lvl4pPr marL="2743200" indent="0">
              <a:buNone/>
              <a:defRPr sz="3200">
                <a:solidFill>
                  <a:schemeClr val="tx1">
                    <a:tint val="75000"/>
                  </a:schemeClr>
                </a:solidFill>
              </a:defRPr>
            </a:lvl4pPr>
            <a:lvl5pPr marL="3657600" indent="0">
              <a:buNone/>
              <a:defRPr sz="3200">
                <a:solidFill>
                  <a:schemeClr val="tx1">
                    <a:tint val="75000"/>
                  </a:schemeClr>
                </a:solidFill>
              </a:defRPr>
            </a:lvl5pPr>
            <a:lvl6pPr marL="4572000" indent="0">
              <a:buNone/>
              <a:defRPr sz="3200">
                <a:solidFill>
                  <a:schemeClr val="tx1">
                    <a:tint val="75000"/>
                  </a:schemeClr>
                </a:solidFill>
              </a:defRPr>
            </a:lvl6pPr>
            <a:lvl7pPr marL="5486400" indent="0">
              <a:buNone/>
              <a:defRPr sz="3200">
                <a:solidFill>
                  <a:schemeClr val="tx1">
                    <a:tint val="75000"/>
                  </a:schemeClr>
                </a:solidFill>
              </a:defRPr>
            </a:lvl7pPr>
            <a:lvl8pPr marL="6400800" indent="0">
              <a:buNone/>
              <a:defRPr sz="3200">
                <a:solidFill>
                  <a:schemeClr val="tx1">
                    <a:tint val="75000"/>
                  </a:schemeClr>
                </a:solidFill>
              </a:defRPr>
            </a:lvl8pPr>
            <a:lvl9pPr marL="7315200" indent="0">
              <a:buNone/>
              <a:defRPr sz="3200">
                <a:solidFill>
                  <a:schemeClr val="tx1">
                    <a:tint val="75000"/>
                  </a:schemeClr>
                </a:solidFill>
              </a:defRPr>
            </a:lvl9pPr>
          </a:lstStyle>
          <a:p>
            <a:pPr lvl="0"/>
            <a:r>
              <a:rPr lang="en-US"/>
              <a:t>Click to edit Master title style</a:t>
            </a:r>
          </a:p>
        </p:txBody>
      </p:sp>
      <p:cxnSp>
        <p:nvCxnSpPr>
          <p:cNvPr id="3" name="Straight Connector 2">
            <a:extLst>
              <a:ext uri="{FF2B5EF4-FFF2-40B4-BE49-F238E27FC236}">
                <a16:creationId xmlns:a16="http://schemas.microsoft.com/office/drawing/2014/main" id="{89D03A45-5C4A-F680-8BBB-3BF38258537D}"/>
              </a:ext>
            </a:extLst>
          </p:cNvPr>
          <p:cNvCxnSpPr>
            <a:cxnSpLocks/>
          </p:cNvCxnSpPr>
          <p:nvPr userDrawn="1"/>
        </p:nvCxnSpPr>
        <p:spPr>
          <a:xfrm>
            <a:off x="3590353" y="12735444"/>
            <a:ext cx="0" cy="530768"/>
          </a:xfrm>
          <a:prstGeom prst="line">
            <a:avLst/>
          </a:prstGeom>
          <a:ln w="31750">
            <a:solidFill>
              <a:srgbClr val="12BD64"/>
            </a:solidFill>
          </a:ln>
        </p:spPr>
        <p:style>
          <a:lnRef idx="3">
            <a:schemeClr val="dk1"/>
          </a:lnRef>
          <a:fillRef idx="0">
            <a:schemeClr val="dk1"/>
          </a:fillRef>
          <a:effectRef idx="2">
            <a:schemeClr val="dk1"/>
          </a:effectRef>
          <a:fontRef idx="minor">
            <a:schemeClr val="tx1"/>
          </a:fontRef>
        </p:style>
      </p:cxnSp>
      <p:sp>
        <p:nvSpPr>
          <p:cNvPr id="9" name="TextBox 8">
            <a:extLst>
              <a:ext uri="{FF2B5EF4-FFF2-40B4-BE49-F238E27FC236}">
                <a16:creationId xmlns:a16="http://schemas.microsoft.com/office/drawing/2014/main" id="{9E76DE7C-1B12-64D2-D8BE-3FDC14A89F29}"/>
              </a:ext>
            </a:extLst>
          </p:cNvPr>
          <p:cNvSpPr txBox="1"/>
          <p:nvPr userDrawn="1"/>
        </p:nvSpPr>
        <p:spPr>
          <a:xfrm>
            <a:off x="0" y="13236632"/>
            <a:ext cx="3590346" cy="430888"/>
          </a:xfrm>
          <a:prstGeom prst="rect">
            <a:avLst/>
          </a:prstGeom>
        </p:spPr>
        <p:txBody>
          <a:bodyPr lIns="177800" tIns="101600" rIns="177800" bIns="101600"/>
          <a:lstStyle>
            <a:defPPr>
              <a:defRPr lang="en-US"/>
            </a:defPPr>
            <a:lvl1pPr>
              <a:defRPr sz="800" b="0" i="0">
                <a:solidFill>
                  <a:schemeClr val="bg1"/>
                </a:solidFill>
                <a:latin typeface="Ubuntu Light" panose="020B0304030602030204" pitchFamily="34" charset="0"/>
              </a:defRPr>
            </a:lvl1pPr>
          </a:lstStyle>
          <a:p>
            <a:pPr lvl="0" algn="ctr"/>
            <a:r>
              <a:rPr lang="en-GB" sz="1200">
                <a:solidFill>
                  <a:srgbClr val="272726"/>
                </a:solidFill>
                <a:latin typeface="Figtree" pitchFamily="2" charset="0"/>
              </a:rPr>
              <a:t>Strictly private and confidential</a:t>
            </a:r>
          </a:p>
        </p:txBody>
      </p:sp>
      <p:pic>
        <p:nvPicPr>
          <p:cNvPr id="10" name="Picture 2">
            <a:extLst>
              <a:ext uri="{FF2B5EF4-FFF2-40B4-BE49-F238E27FC236}">
                <a16:creationId xmlns:a16="http://schemas.microsoft.com/office/drawing/2014/main" id="{E7D72192-5702-14B4-9C8B-97A1650EB275}"/>
              </a:ext>
            </a:extLst>
          </p:cNvPr>
          <p:cNvPicPr>
            <a:picLocks noChangeAspect="1" noChangeArrowheads="1"/>
          </p:cNvPicPr>
          <p:nvPr userDrawn="1"/>
        </p:nvPicPr>
        <p:blipFill>
          <a:blip r:embed="rId4" cstate="print">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1023949" y="12758196"/>
            <a:ext cx="1772538" cy="478416"/>
          </a:xfrm>
          <a:prstGeom prst="rect">
            <a:avLst/>
          </a:prstGeom>
          <a:noFill/>
          <a:extLst>
            <a:ext uri="{909E8E84-426E-40DD-AFC4-6F175D3DCCD1}">
              <a14:hiddenFill xmlns:a14="http://schemas.microsoft.com/office/drawing/2010/main">
                <a:solidFill>
                  <a:srgbClr val="FFFFFF"/>
                </a:solidFill>
              </a14:hiddenFill>
            </a:ext>
          </a:extLst>
        </p:spPr>
      </p:pic>
      <p:sp>
        <p:nvSpPr>
          <p:cNvPr id="11" name="Text Placeholder 2">
            <a:extLst>
              <a:ext uri="{FF2B5EF4-FFF2-40B4-BE49-F238E27FC236}">
                <a16:creationId xmlns:a16="http://schemas.microsoft.com/office/drawing/2014/main" id="{AC7DFB26-E374-4EDE-227D-9EBA6A05169E}"/>
              </a:ext>
            </a:extLst>
          </p:cNvPr>
          <p:cNvSpPr>
            <a:spLocks noGrp="1"/>
          </p:cNvSpPr>
          <p:nvPr>
            <p:ph type="body" idx="10"/>
          </p:nvPr>
        </p:nvSpPr>
        <p:spPr>
          <a:xfrm>
            <a:off x="3841762" y="12820828"/>
            <a:ext cx="18559657" cy="360000"/>
          </a:xfrm>
          <a:prstGeom prst="rect">
            <a:avLst/>
          </a:prstGeom>
        </p:spPr>
        <p:txBody>
          <a:bodyPr lIns="0" tIns="0" rIns="0" bIns="0" anchor="ctr">
            <a:noAutofit/>
          </a:bodyPr>
          <a:lstStyle>
            <a:lvl1pPr marL="0" indent="0">
              <a:lnSpc>
                <a:spcPct val="150000"/>
              </a:lnSpc>
              <a:buNone/>
              <a:defRPr sz="1600" b="0" i="0">
                <a:solidFill>
                  <a:schemeClr val="bg1">
                    <a:lumMod val="50000"/>
                  </a:schemeClr>
                </a:solidFill>
                <a:latin typeface="Figtree" pitchFamily="2" charset="0"/>
              </a:defRPr>
            </a:lvl1pPr>
            <a:lvl2pPr marL="914400" indent="0">
              <a:buNone/>
              <a:defRPr sz="4000">
                <a:solidFill>
                  <a:schemeClr val="tx1">
                    <a:tint val="75000"/>
                  </a:schemeClr>
                </a:solidFill>
              </a:defRPr>
            </a:lvl2pPr>
            <a:lvl3pPr marL="1828800" indent="0">
              <a:buNone/>
              <a:defRPr sz="3600">
                <a:solidFill>
                  <a:schemeClr val="tx1">
                    <a:tint val="75000"/>
                  </a:schemeClr>
                </a:solidFill>
              </a:defRPr>
            </a:lvl3pPr>
            <a:lvl4pPr marL="2743200" indent="0">
              <a:buNone/>
              <a:defRPr sz="3200">
                <a:solidFill>
                  <a:schemeClr val="tx1">
                    <a:tint val="75000"/>
                  </a:schemeClr>
                </a:solidFill>
              </a:defRPr>
            </a:lvl4pPr>
            <a:lvl5pPr marL="3657600" indent="0">
              <a:buNone/>
              <a:defRPr sz="3200">
                <a:solidFill>
                  <a:schemeClr val="tx1">
                    <a:tint val="75000"/>
                  </a:schemeClr>
                </a:solidFill>
              </a:defRPr>
            </a:lvl5pPr>
            <a:lvl6pPr marL="4572000" indent="0">
              <a:buNone/>
              <a:defRPr sz="3200">
                <a:solidFill>
                  <a:schemeClr val="tx1">
                    <a:tint val="75000"/>
                  </a:schemeClr>
                </a:solidFill>
              </a:defRPr>
            </a:lvl6pPr>
            <a:lvl7pPr marL="5486400" indent="0">
              <a:buNone/>
              <a:defRPr sz="3200">
                <a:solidFill>
                  <a:schemeClr val="tx1">
                    <a:tint val="75000"/>
                  </a:schemeClr>
                </a:solidFill>
              </a:defRPr>
            </a:lvl7pPr>
            <a:lvl8pPr marL="6400800" indent="0">
              <a:buNone/>
              <a:defRPr sz="3200">
                <a:solidFill>
                  <a:schemeClr val="tx1">
                    <a:tint val="75000"/>
                  </a:schemeClr>
                </a:solidFill>
              </a:defRPr>
            </a:lvl8pPr>
            <a:lvl9pPr marL="7315200" indent="0">
              <a:buNone/>
              <a:defRPr sz="3200">
                <a:solidFill>
                  <a:schemeClr val="tx1">
                    <a:tint val="75000"/>
                  </a:schemeClr>
                </a:solidFill>
              </a:defRPr>
            </a:lvl9pPr>
          </a:lstStyle>
          <a:p>
            <a:pPr lvl="0"/>
            <a:r>
              <a:rPr lang="en-US"/>
              <a:t>Click to edit Master text styles</a:t>
            </a:r>
          </a:p>
        </p:txBody>
      </p:sp>
      <p:sp>
        <p:nvSpPr>
          <p:cNvPr id="5" name="TextBox 4">
            <a:extLst>
              <a:ext uri="{FF2B5EF4-FFF2-40B4-BE49-F238E27FC236}">
                <a16:creationId xmlns:a16="http://schemas.microsoft.com/office/drawing/2014/main" id="{BD8007E2-61AF-FE71-7F88-C9CE7BD08C8C}"/>
              </a:ext>
            </a:extLst>
          </p:cNvPr>
          <p:cNvSpPr txBox="1"/>
          <p:nvPr userDrawn="1"/>
        </p:nvSpPr>
        <p:spPr>
          <a:xfrm>
            <a:off x="21255949" y="-2063"/>
            <a:ext cx="2725426" cy="1200329"/>
          </a:xfrm>
          <a:prstGeom prst="rect">
            <a:avLst/>
          </a:prstGeom>
          <a:noFill/>
        </p:spPr>
        <p:txBody>
          <a:bodyPr wrap="none" rtlCol="0">
            <a:spAutoFit/>
          </a:bodyPr>
          <a:lstStyle/>
          <a:p>
            <a:r>
              <a:rPr lang="en-US" sz="7200" b="1" i="1">
                <a:solidFill>
                  <a:srgbClr val="FFCDCD"/>
                </a:solidFill>
              </a:rPr>
              <a:t>DRAFT</a:t>
            </a:r>
            <a:endParaRPr lang="en-GB" sz="7200" b="1" i="1">
              <a:solidFill>
                <a:srgbClr val="FFCDCD"/>
              </a:solidFill>
            </a:endParaRPr>
          </a:p>
        </p:txBody>
      </p:sp>
    </p:spTree>
    <p:extLst>
      <p:ext uri="{BB962C8B-B14F-4D97-AF65-F5344CB8AC3E}">
        <p14:creationId xmlns:p14="http://schemas.microsoft.com/office/powerpoint/2010/main" val="2122025790"/>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Chapter">
    <p:bg>
      <p:bgRef idx="1001">
        <a:schemeClr val="bg1"/>
      </p:bgRef>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8AF32B2-DBC1-6EC9-64A8-7E82912AD84C}"/>
              </a:ext>
            </a:extLst>
          </p:cNvPr>
          <p:cNvSpPr>
            <a:spLocks noGrp="1"/>
          </p:cNvSpPr>
          <p:nvPr>
            <p:ph type="title" hasCustomPrompt="1"/>
          </p:nvPr>
        </p:nvSpPr>
        <p:spPr>
          <a:xfrm>
            <a:off x="1023948" y="736599"/>
            <a:ext cx="22268928" cy="878189"/>
          </a:xfrm>
          <a:prstGeom prst="rect">
            <a:avLst/>
          </a:prstGeom>
        </p:spPr>
        <p:txBody>
          <a:bodyPr vert="horz" lIns="0" tIns="50800" rIns="88900" bIns="50800" rtlCol="0" anchor="t">
            <a:spAutoFit/>
          </a:bodyPr>
          <a:lstStyle>
            <a:lvl1pPr>
              <a:defRPr lang="en-US" sz="5600" b="1" i="0">
                <a:solidFill>
                  <a:srgbClr val="12BD64"/>
                </a:solidFill>
                <a:latin typeface="Figtree" pitchFamily="2" charset="0"/>
              </a:defRPr>
            </a:lvl1pPr>
          </a:lstStyle>
          <a:p>
            <a:pPr lvl="0"/>
            <a:r>
              <a:rPr lang="en-US"/>
              <a:t>Title | Subtitle</a:t>
            </a:r>
          </a:p>
        </p:txBody>
      </p:sp>
      <p:sp>
        <p:nvSpPr>
          <p:cNvPr id="13" name="Text Placeholder 2">
            <a:extLst>
              <a:ext uri="{FF2B5EF4-FFF2-40B4-BE49-F238E27FC236}">
                <a16:creationId xmlns:a16="http://schemas.microsoft.com/office/drawing/2014/main" id="{C86B6272-C041-7879-95A5-FA182E049EC8}"/>
              </a:ext>
            </a:extLst>
          </p:cNvPr>
          <p:cNvSpPr>
            <a:spLocks noGrp="1"/>
          </p:cNvSpPr>
          <p:nvPr>
            <p:ph type="body" idx="13" hasCustomPrompt="1"/>
          </p:nvPr>
        </p:nvSpPr>
        <p:spPr>
          <a:xfrm>
            <a:off x="1031765" y="1727200"/>
            <a:ext cx="22261114" cy="1143000"/>
          </a:xfrm>
          <a:prstGeom prst="rect">
            <a:avLst/>
          </a:prstGeom>
        </p:spPr>
        <p:txBody>
          <a:bodyPr lIns="0" tIns="0" rIns="0" bIns="0">
            <a:noAutofit/>
          </a:bodyPr>
          <a:lstStyle>
            <a:lvl1pPr>
              <a:defRPr lang="en-US" sz="3200" b="0" i="0" dirty="0">
                <a:solidFill>
                  <a:schemeClr val="bg1">
                    <a:lumMod val="65000"/>
                  </a:schemeClr>
                </a:solidFill>
                <a:latin typeface="Figtree" pitchFamily="2" charset="0"/>
              </a:defRPr>
            </a:lvl1pPr>
          </a:lstStyle>
          <a:p>
            <a:pPr marL="0" lvl="0" indent="0">
              <a:lnSpc>
                <a:spcPct val="100000"/>
              </a:lnSpc>
              <a:spcBef>
                <a:spcPts val="0"/>
              </a:spcBef>
              <a:buNone/>
            </a:pPr>
            <a:r>
              <a:rPr lang="en-US"/>
              <a:t>Click to edit Master title style</a:t>
            </a:r>
          </a:p>
        </p:txBody>
      </p:sp>
      <p:sp>
        <p:nvSpPr>
          <p:cNvPr id="2" name="Text Placeholder 2">
            <a:extLst>
              <a:ext uri="{FF2B5EF4-FFF2-40B4-BE49-F238E27FC236}">
                <a16:creationId xmlns:a16="http://schemas.microsoft.com/office/drawing/2014/main" id="{518A67EA-4791-2973-4C66-F9F1B8A4847A}"/>
              </a:ext>
            </a:extLst>
          </p:cNvPr>
          <p:cNvSpPr>
            <a:spLocks noGrp="1"/>
          </p:cNvSpPr>
          <p:nvPr>
            <p:ph type="body" idx="1"/>
          </p:nvPr>
        </p:nvSpPr>
        <p:spPr>
          <a:xfrm>
            <a:off x="1031762" y="2968627"/>
            <a:ext cx="22261114" cy="9426574"/>
          </a:xfrm>
          <a:prstGeom prst="rect">
            <a:avLst/>
          </a:prstGeom>
        </p:spPr>
        <p:txBody>
          <a:bodyPr lIns="0" tIns="0" rIns="0" bIns="0">
            <a:noAutofit/>
          </a:bodyPr>
          <a:lstStyle>
            <a:lvl1pPr marL="0" indent="0">
              <a:lnSpc>
                <a:spcPct val="150000"/>
              </a:lnSpc>
              <a:buNone/>
              <a:defRPr sz="2400" b="0" i="0">
                <a:solidFill>
                  <a:srgbClr val="31322F"/>
                </a:solidFill>
                <a:latin typeface="Figtree" pitchFamily="2" charset="0"/>
              </a:defRPr>
            </a:lvl1pPr>
            <a:lvl2pPr marL="914400" indent="0">
              <a:buNone/>
              <a:defRPr sz="4000">
                <a:solidFill>
                  <a:schemeClr val="tx1">
                    <a:tint val="75000"/>
                  </a:schemeClr>
                </a:solidFill>
              </a:defRPr>
            </a:lvl2pPr>
            <a:lvl3pPr marL="1828800" indent="0">
              <a:buNone/>
              <a:defRPr sz="3600">
                <a:solidFill>
                  <a:schemeClr val="tx1">
                    <a:tint val="75000"/>
                  </a:schemeClr>
                </a:solidFill>
              </a:defRPr>
            </a:lvl3pPr>
            <a:lvl4pPr marL="2743200" indent="0">
              <a:buNone/>
              <a:defRPr sz="3200">
                <a:solidFill>
                  <a:schemeClr val="tx1">
                    <a:tint val="75000"/>
                  </a:schemeClr>
                </a:solidFill>
              </a:defRPr>
            </a:lvl4pPr>
            <a:lvl5pPr marL="3657600" indent="0">
              <a:buNone/>
              <a:defRPr sz="3200">
                <a:solidFill>
                  <a:schemeClr val="tx1">
                    <a:tint val="75000"/>
                  </a:schemeClr>
                </a:solidFill>
              </a:defRPr>
            </a:lvl5pPr>
            <a:lvl6pPr marL="4572000" indent="0">
              <a:buNone/>
              <a:defRPr sz="3200">
                <a:solidFill>
                  <a:schemeClr val="tx1">
                    <a:tint val="75000"/>
                  </a:schemeClr>
                </a:solidFill>
              </a:defRPr>
            </a:lvl6pPr>
            <a:lvl7pPr marL="5486400" indent="0">
              <a:buNone/>
              <a:defRPr sz="3200">
                <a:solidFill>
                  <a:schemeClr val="tx1">
                    <a:tint val="75000"/>
                  </a:schemeClr>
                </a:solidFill>
              </a:defRPr>
            </a:lvl7pPr>
            <a:lvl8pPr marL="6400800" indent="0">
              <a:buNone/>
              <a:defRPr sz="3200">
                <a:solidFill>
                  <a:schemeClr val="tx1">
                    <a:tint val="75000"/>
                  </a:schemeClr>
                </a:solidFill>
              </a:defRPr>
            </a:lvl8pPr>
            <a:lvl9pPr marL="7315200" indent="0">
              <a:buNone/>
              <a:defRPr sz="3200">
                <a:solidFill>
                  <a:schemeClr val="tx1">
                    <a:tint val="75000"/>
                  </a:schemeClr>
                </a:solidFill>
              </a:defRPr>
            </a:lvl9pPr>
          </a:lstStyle>
          <a:p>
            <a:pPr lvl="0"/>
            <a:r>
              <a:rPr lang="en-US"/>
              <a:t>Click to edit Master text styles</a:t>
            </a:r>
          </a:p>
        </p:txBody>
      </p:sp>
      <p:sp>
        <p:nvSpPr>
          <p:cNvPr id="3" name="Slide Number Placeholder 5">
            <a:extLst>
              <a:ext uri="{FF2B5EF4-FFF2-40B4-BE49-F238E27FC236}">
                <a16:creationId xmlns:a16="http://schemas.microsoft.com/office/drawing/2014/main" id="{53D48EC9-04D3-2291-BAF2-A97EB690F422}"/>
              </a:ext>
            </a:extLst>
          </p:cNvPr>
          <p:cNvSpPr>
            <a:spLocks noGrp="1"/>
          </p:cNvSpPr>
          <p:nvPr>
            <p:ph type="sldNum" sz="quarter" idx="12"/>
          </p:nvPr>
        </p:nvSpPr>
        <p:spPr>
          <a:xfrm>
            <a:off x="22401427" y="12617451"/>
            <a:ext cx="871912" cy="730250"/>
          </a:xfrm>
          <a:prstGeom prst="rect">
            <a:avLst/>
          </a:prstGeom>
        </p:spPr>
        <p:txBody>
          <a:bodyPr anchor="ctr"/>
          <a:lstStyle>
            <a:lvl1pPr algn="r">
              <a:defRPr sz="2000">
                <a:solidFill>
                  <a:srgbClr val="272726"/>
                </a:solidFill>
                <a:latin typeface="Figtree" pitchFamily="2" charset="0"/>
              </a:defRPr>
            </a:lvl1pPr>
          </a:lstStyle>
          <a:p>
            <a:fld id="{5F99CA44-E461-4342-8946-62027848508A}" type="slidenum">
              <a:rPr lang="en-PT" smtClean="0"/>
              <a:pPr/>
              <a:t>‹#›</a:t>
            </a:fld>
            <a:endParaRPr lang="en-PT"/>
          </a:p>
        </p:txBody>
      </p:sp>
      <p:cxnSp>
        <p:nvCxnSpPr>
          <p:cNvPr id="4" name="Straight Connector 3">
            <a:extLst>
              <a:ext uri="{FF2B5EF4-FFF2-40B4-BE49-F238E27FC236}">
                <a16:creationId xmlns:a16="http://schemas.microsoft.com/office/drawing/2014/main" id="{7F8BD189-BBFA-7BF3-CD5E-4D4C020883E5}"/>
              </a:ext>
            </a:extLst>
          </p:cNvPr>
          <p:cNvCxnSpPr>
            <a:cxnSpLocks/>
          </p:cNvCxnSpPr>
          <p:nvPr userDrawn="1"/>
        </p:nvCxnSpPr>
        <p:spPr>
          <a:xfrm>
            <a:off x="3590353" y="12735444"/>
            <a:ext cx="0" cy="530768"/>
          </a:xfrm>
          <a:prstGeom prst="line">
            <a:avLst/>
          </a:prstGeom>
          <a:ln w="31750">
            <a:solidFill>
              <a:srgbClr val="12BD64"/>
            </a:solidFill>
          </a:ln>
        </p:spPr>
        <p:style>
          <a:lnRef idx="3">
            <a:schemeClr val="dk1"/>
          </a:lnRef>
          <a:fillRef idx="0">
            <a:schemeClr val="dk1"/>
          </a:fillRef>
          <a:effectRef idx="2">
            <a:schemeClr val="dk1"/>
          </a:effectRef>
          <a:fontRef idx="minor">
            <a:schemeClr val="tx1"/>
          </a:fontRef>
        </p:style>
      </p:cxnSp>
      <p:sp>
        <p:nvSpPr>
          <p:cNvPr id="9" name="TextBox 8">
            <a:extLst>
              <a:ext uri="{FF2B5EF4-FFF2-40B4-BE49-F238E27FC236}">
                <a16:creationId xmlns:a16="http://schemas.microsoft.com/office/drawing/2014/main" id="{07F1790B-BD89-94DB-4E2C-DFFDD7A3B92C}"/>
              </a:ext>
            </a:extLst>
          </p:cNvPr>
          <p:cNvSpPr txBox="1"/>
          <p:nvPr userDrawn="1"/>
        </p:nvSpPr>
        <p:spPr>
          <a:xfrm>
            <a:off x="0" y="13236632"/>
            <a:ext cx="3590346" cy="430888"/>
          </a:xfrm>
          <a:prstGeom prst="rect">
            <a:avLst/>
          </a:prstGeom>
        </p:spPr>
        <p:txBody>
          <a:bodyPr lIns="177800" tIns="101600" rIns="177800" bIns="101600"/>
          <a:lstStyle>
            <a:defPPr>
              <a:defRPr lang="en-US"/>
            </a:defPPr>
            <a:lvl1pPr>
              <a:defRPr sz="800" b="0" i="0">
                <a:solidFill>
                  <a:schemeClr val="bg1"/>
                </a:solidFill>
                <a:latin typeface="Ubuntu Light" panose="020B0304030602030204" pitchFamily="34" charset="0"/>
              </a:defRPr>
            </a:lvl1pPr>
          </a:lstStyle>
          <a:p>
            <a:pPr lvl="0" algn="ctr"/>
            <a:r>
              <a:rPr lang="en-GB" sz="1200">
                <a:solidFill>
                  <a:srgbClr val="272726"/>
                </a:solidFill>
                <a:latin typeface="Figtree" pitchFamily="2" charset="0"/>
              </a:rPr>
              <a:t>Strictly private and confidential</a:t>
            </a:r>
          </a:p>
        </p:txBody>
      </p:sp>
      <p:pic>
        <p:nvPicPr>
          <p:cNvPr id="10" name="Picture 2">
            <a:extLst>
              <a:ext uri="{FF2B5EF4-FFF2-40B4-BE49-F238E27FC236}">
                <a16:creationId xmlns:a16="http://schemas.microsoft.com/office/drawing/2014/main" id="{FF455D8E-4AF3-89DF-B48D-EC9535E1D47D}"/>
              </a:ext>
            </a:extLst>
          </p:cNvPr>
          <p:cNvPicPr>
            <a:picLocks noChangeAspect="1" noChangeArrowheads="1"/>
          </p:cNvPicPr>
          <p:nvPr userDrawn="1"/>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1023949" y="12758196"/>
            <a:ext cx="1772538" cy="478416"/>
          </a:xfrm>
          <a:prstGeom prst="rect">
            <a:avLst/>
          </a:prstGeom>
          <a:noFill/>
          <a:extLst>
            <a:ext uri="{909E8E84-426E-40DD-AFC4-6F175D3DCCD1}">
              <a14:hiddenFill xmlns:a14="http://schemas.microsoft.com/office/drawing/2010/main">
                <a:solidFill>
                  <a:srgbClr val="FFFFFF"/>
                </a:solidFill>
              </a14:hiddenFill>
            </a:ext>
          </a:extLst>
        </p:spPr>
      </p:pic>
      <p:sp>
        <p:nvSpPr>
          <p:cNvPr id="11" name="Text Placeholder 2">
            <a:extLst>
              <a:ext uri="{FF2B5EF4-FFF2-40B4-BE49-F238E27FC236}">
                <a16:creationId xmlns:a16="http://schemas.microsoft.com/office/drawing/2014/main" id="{DADF9DE2-2D8C-507F-12A5-82CFBFFF6603}"/>
              </a:ext>
            </a:extLst>
          </p:cNvPr>
          <p:cNvSpPr>
            <a:spLocks noGrp="1"/>
          </p:cNvSpPr>
          <p:nvPr>
            <p:ph type="body" idx="10"/>
          </p:nvPr>
        </p:nvSpPr>
        <p:spPr>
          <a:xfrm>
            <a:off x="3841762" y="12820828"/>
            <a:ext cx="18559657" cy="360000"/>
          </a:xfrm>
          <a:prstGeom prst="rect">
            <a:avLst/>
          </a:prstGeom>
        </p:spPr>
        <p:txBody>
          <a:bodyPr lIns="0" tIns="0" rIns="0" bIns="0" anchor="ctr">
            <a:noAutofit/>
          </a:bodyPr>
          <a:lstStyle>
            <a:lvl1pPr marL="0" indent="0">
              <a:lnSpc>
                <a:spcPct val="150000"/>
              </a:lnSpc>
              <a:buNone/>
              <a:defRPr sz="1600" b="0" i="0">
                <a:solidFill>
                  <a:schemeClr val="bg1">
                    <a:lumMod val="50000"/>
                  </a:schemeClr>
                </a:solidFill>
                <a:latin typeface="Figtree" pitchFamily="2" charset="0"/>
              </a:defRPr>
            </a:lvl1pPr>
            <a:lvl2pPr marL="914400" indent="0">
              <a:buNone/>
              <a:defRPr sz="4000">
                <a:solidFill>
                  <a:schemeClr val="tx1">
                    <a:tint val="75000"/>
                  </a:schemeClr>
                </a:solidFill>
              </a:defRPr>
            </a:lvl2pPr>
            <a:lvl3pPr marL="1828800" indent="0">
              <a:buNone/>
              <a:defRPr sz="3600">
                <a:solidFill>
                  <a:schemeClr val="tx1">
                    <a:tint val="75000"/>
                  </a:schemeClr>
                </a:solidFill>
              </a:defRPr>
            </a:lvl3pPr>
            <a:lvl4pPr marL="2743200" indent="0">
              <a:buNone/>
              <a:defRPr sz="3200">
                <a:solidFill>
                  <a:schemeClr val="tx1">
                    <a:tint val="75000"/>
                  </a:schemeClr>
                </a:solidFill>
              </a:defRPr>
            </a:lvl4pPr>
            <a:lvl5pPr marL="3657600" indent="0">
              <a:buNone/>
              <a:defRPr sz="3200">
                <a:solidFill>
                  <a:schemeClr val="tx1">
                    <a:tint val="75000"/>
                  </a:schemeClr>
                </a:solidFill>
              </a:defRPr>
            </a:lvl5pPr>
            <a:lvl6pPr marL="4572000" indent="0">
              <a:buNone/>
              <a:defRPr sz="3200">
                <a:solidFill>
                  <a:schemeClr val="tx1">
                    <a:tint val="75000"/>
                  </a:schemeClr>
                </a:solidFill>
              </a:defRPr>
            </a:lvl6pPr>
            <a:lvl7pPr marL="5486400" indent="0">
              <a:buNone/>
              <a:defRPr sz="3200">
                <a:solidFill>
                  <a:schemeClr val="tx1">
                    <a:tint val="75000"/>
                  </a:schemeClr>
                </a:solidFill>
              </a:defRPr>
            </a:lvl7pPr>
            <a:lvl8pPr marL="6400800" indent="0">
              <a:buNone/>
              <a:defRPr sz="3200">
                <a:solidFill>
                  <a:schemeClr val="tx1">
                    <a:tint val="75000"/>
                  </a:schemeClr>
                </a:solidFill>
              </a:defRPr>
            </a:lvl8pPr>
            <a:lvl9pPr marL="7315200" indent="0">
              <a:buNone/>
              <a:defRPr sz="3200">
                <a:solidFill>
                  <a:schemeClr val="tx1">
                    <a:tint val="75000"/>
                  </a:schemeClr>
                </a:solidFill>
              </a:defRPr>
            </a:lvl9pPr>
          </a:lstStyle>
          <a:p>
            <a:pPr lvl="0"/>
            <a:r>
              <a:rPr lang="en-US"/>
              <a:t>Click to edit Master text styles</a:t>
            </a:r>
          </a:p>
        </p:txBody>
      </p:sp>
      <p:sp>
        <p:nvSpPr>
          <p:cNvPr id="6" name="TextBox 5">
            <a:extLst>
              <a:ext uri="{FF2B5EF4-FFF2-40B4-BE49-F238E27FC236}">
                <a16:creationId xmlns:a16="http://schemas.microsoft.com/office/drawing/2014/main" id="{C62263D3-42F6-3E2A-7528-F23B803DF2F0}"/>
              </a:ext>
            </a:extLst>
          </p:cNvPr>
          <p:cNvSpPr txBox="1"/>
          <p:nvPr userDrawn="1"/>
        </p:nvSpPr>
        <p:spPr>
          <a:xfrm>
            <a:off x="21255949" y="-2063"/>
            <a:ext cx="2725426" cy="1200329"/>
          </a:xfrm>
          <a:prstGeom prst="rect">
            <a:avLst/>
          </a:prstGeom>
          <a:noFill/>
        </p:spPr>
        <p:txBody>
          <a:bodyPr wrap="none" rtlCol="0">
            <a:spAutoFit/>
          </a:bodyPr>
          <a:lstStyle/>
          <a:p>
            <a:r>
              <a:rPr lang="en-US" sz="7200" b="1" i="1">
                <a:solidFill>
                  <a:srgbClr val="FFCDCD"/>
                </a:solidFill>
              </a:rPr>
              <a:t>DRAFT</a:t>
            </a:r>
            <a:endParaRPr lang="en-GB" sz="7200" b="1" i="1">
              <a:solidFill>
                <a:srgbClr val="FFCDCD"/>
              </a:solidFill>
            </a:endParaRPr>
          </a:p>
        </p:txBody>
      </p:sp>
    </p:spTree>
    <p:extLst>
      <p:ext uri="{BB962C8B-B14F-4D97-AF65-F5344CB8AC3E}">
        <p14:creationId xmlns:p14="http://schemas.microsoft.com/office/powerpoint/2010/main" val="1445138084"/>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Table Layou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8AF32B2-DBC1-6EC9-64A8-7E82912AD84C}"/>
              </a:ext>
            </a:extLst>
          </p:cNvPr>
          <p:cNvSpPr>
            <a:spLocks noGrp="1"/>
          </p:cNvSpPr>
          <p:nvPr>
            <p:ph type="title" hasCustomPrompt="1"/>
          </p:nvPr>
        </p:nvSpPr>
        <p:spPr>
          <a:xfrm>
            <a:off x="1023948" y="736599"/>
            <a:ext cx="22268928" cy="878189"/>
          </a:xfrm>
          <a:prstGeom prst="rect">
            <a:avLst/>
          </a:prstGeom>
        </p:spPr>
        <p:txBody>
          <a:bodyPr vert="horz" lIns="0" tIns="50800" rIns="88900" bIns="50800" rtlCol="0" anchor="t">
            <a:spAutoFit/>
          </a:bodyPr>
          <a:lstStyle>
            <a:lvl1pPr>
              <a:defRPr lang="en-US" sz="5600" b="1" i="0">
                <a:solidFill>
                  <a:srgbClr val="12BD64"/>
                </a:solidFill>
                <a:latin typeface="Figtree" pitchFamily="2" charset="0"/>
              </a:defRPr>
            </a:lvl1pPr>
          </a:lstStyle>
          <a:p>
            <a:pPr lvl="0"/>
            <a:r>
              <a:rPr lang="en-US"/>
              <a:t>Title | Subtitle</a:t>
            </a:r>
          </a:p>
        </p:txBody>
      </p:sp>
      <p:sp>
        <p:nvSpPr>
          <p:cNvPr id="13" name="Text Placeholder 2">
            <a:extLst>
              <a:ext uri="{FF2B5EF4-FFF2-40B4-BE49-F238E27FC236}">
                <a16:creationId xmlns:a16="http://schemas.microsoft.com/office/drawing/2014/main" id="{C86B6272-C041-7879-95A5-FA182E049EC8}"/>
              </a:ext>
            </a:extLst>
          </p:cNvPr>
          <p:cNvSpPr>
            <a:spLocks noGrp="1"/>
          </p:cNvSpPr>
          <p:nvPr>
            <p:ph type="body" idx="13" hasCustomPrompt="1"/>
          </p:nvPr>
        </p:nvSpPr>
        <p:spPr>
          <a:xfrm>
            <a:off x="1031765" y="1727200"/>
            <a:ext cx="22261114" cy="1143000"/>
          </a:xfrm>
          <a:prstGeom prst="rect">
            <a:avLst/>
          </a:prstGeom>
        </p:spPr>
        <p:txBody>
          <a:bodyPr lIns="0" tIns="0" rIns="0" bIns="0">
            <a:noAutofit/>
          </a:bodyPr>
          <a:lstStyle>
            <a:lvl1pPr>
              <a:defRPr lang="en-US" sz="3200" b="0" i="0" dirty="0">
                <a:solidFill>
                  <a:schemeClr val="bg1">
                    <a:lumMod val="65000"/>
                  </a:schemeClr>
                </a:solidFill>
                <a:latin typeface="Figtree" pitchFamily="2" charset="0"/>
              </a:defRPr>
            </a:lvl1pPr>
          </a:lstStyle>
          <a:p>
            <a:pPr marL="0" lvl="0" indent="0">
              <a:lnSpc>
                <a:spcPct val="100000"/>
              </a:lnSpc>
              <a:spcBef>
                <a:spcPts val="0"/>
              </a:spcBef>
              <a:buNone/>
            </a:pPr>
            <a:r>
              <a:rPr lang="en-US"/>
              <a:t>Click to edit Master title style</a:t>
            </a:r>
          </a:p>
        </p:txBody>
      </p:sp>
      <p:sp>
        <p:nvSpPr>
          <p:cNvPr id="4" name="Table Placeholder 3">
            <a:extLst>
              <a:ext uri="{FF2B5EF4-FFF2-40B4-BE49-F238E27FC236}">
                <a16:creationId xmlns:a16="http://schemas.microsoft.com/office/drawing/2014/main" id="{E1C3B5B1-77B4-1896-8B41-173EBD035CAF}"/>
              </a:ext>
            </a:extLst>
          </p:cNvPr>
          <p:cNvSpPr>
            <a:spLocks noGrp="1"/>
          </p:cNvSpPr>
          <p:nvPr>
            <p:ph type="tbl" sz="quarter" idx="14"/>
          </p:nvPr>
        </p:nvSpPr>
        <p:spPr>
          <a:xfrm>
            <a:off x="1004410" y="2968626"/>
            <a:ext cx="22288457" cy="9432924"/>
          </a:xfrm>
          <a:prstGeom prst="rect">
            <a:avLst/>
          </a:prstGeom>
        </p:spPr>
        <p:txBody>
          <a:bodyPr/>
          <a:lstStyle>
            <a:lvl1pPr>
              <a:defRPr sz="2400">
                <a:latin typeface="Figtree" pitchFamily="2" charset="0"/>
              </a:defRPr>
            </a:lvl1pPr>
          </a:lstStyle>
          <a:p>
            <a:endParaRPr lang="en-GB"/>
          </a:p>
        </p:txBody>
      </p:sp>
      <p:sp>
        <p:nvSpPr>
          <p:cNvPr id="2" name="Slide Number Placeholder 5">
            <a:extLst>
              <a:ext uri="{FF2B5EF4-FFF2-40B4-BE49-F238E27FC236}">
                <a16:creationId xmlns:a16="http://schemas.microsoft.com/office/drawing/2014/main" id="{63AEAAA7-69BD-FACE-961A-902D6B266077}"/>
              </a:ext>
            </a:extLst>
          </p:cNvPr>
          <p:cNvSpPr>
            <a:spLocks noGrp="1"/>
          </p:cNvSpPr>
          <p:nvPr>
            <p:ph type="sldNum" sz="quarter" idx="12"/>
          </p:nvPr>
        </p:nvSpPr>
        <p:spPr>
          <a:xfrm>
            <a:off x="22401427" y="12617451"/>
            <a:ext cx="871912" cy="730250"/>
          </a:xfrm>
          <a:prstGeom prst="rect">
            <a:avLst/>
          </a:prstGeom>
        </p:spPr>
        <p:txBody>
          <a:bodyPr anchor="ctr"/>
          <a:lstStyle>
            <a:lvl1pPr algn="r">
              <a:defRPr sz="2000">
                <a:solidFill>
                  <a:srgbClr val="272726"/>
                </a:solidFill>
                <a:latin typeface="Figtree" pitchFamily="2" charset="0"/>
              </a:defRPr>
            </a:lvl1pPr>
          </a:lstStyle>
          <a:p>
            <a:fld id="{5F99CA44-E461-4342-8946-62027848508A}" type="slidenum">
              <a:rPr lang="en-PT" smtClean="0"/>
              <a:pPr/>
              <a:t>‹#›</a:t>
            </a:fld>
            <a:endParaRPr lang="en-PT"/>
          </a:p>
        </p:txBody>
      </p:sp>
      <p:cxnSp>
        <p:nvCxnSpPr>
          <p:cNvPr id="3" name="Straight Connector 2">
            <a:extLst>
              <a:ext uri="{FF2B5EF4-FFF2-40B4-BE49-F238E27FC236}">
                <a16:creationId xmlns:a16="http://schemas.microsoft.com/office/drawing/2014/main" id="{12373338-ECF3-C336-AC6B-E7237BC7E209}"/>
              </a:ext>
            </a:extLst>
          </p:cNvPr>
          <p:cNvCxnSpPr>
            <a:cxnSpLocks/>
          </p:cNvCxnSpPr>
          <p:nvPr userDrawn="1"/>
        </p:nvCxnSpPr>
        <p:spPr>
          <a:xfrm>
            <a:off x="3590353" y="12735444"/>
            <a:ext cx="0" cy="530768"/>
          </a:xfrm>
          <a:prstGeom prst="line">
            <a:avLst/>
          </a:prstGeom>
          <a:ln w="31750">
            <a:solidFill>
              <a:srgbClr val="12BD64"/>
            </a:solidFill>
          </a:ln>
        </p:spPr>
        <p:style>
          <a:lnRef idx="3">
            <a:schemeClr val="dk1"/>
          </a:lnRef>
          <a:fillRef idx="0">
            <a:schemeClr val="dk1"/>
          </a:fillRef>
          <a:effectRef idx="2">
            <a:schemeClr val="dk1"/>
          </a:effectRef>
          <a:fontRef idx="minor">
            <a:schemeClr val="tx1"/>
          </a:fontRef>
        </p:style>
      </p:cxnSp>
      <p:sp>
        <p:nvSpPr>
          <p:cNvPr id="9" name="TextBox 8">
            <a:extLst>
              <a:ext uri="{FF2B5EF4-FFF2-40B4-BE49-F238E27FC236}">
                <a16:creationId xmlns:a16="http://schemas.microsoft.com/office/drawing/2014/main" id="{CE18BD03-2298-5CF2-3F33-28C1038BE264}"/>
              </a:ext>
            </a:extLst>
          </p:cNvPr>
          <p:cNvSpPr txBox="1"/>
          <p:nvPr userDrawn="1"/>
        </p:nvSpPr>
        <p:spPr>
          <a:xfrm>
            <a:off x="0" y="13236632"/>
            <a:ext cx="3590346" cy="430888"/>
          </a:xfrm>
          <a:prstGeom prst="rect">
            <a:avLst/>
          </a:prstGeom>
        </p:spPr>
        <p:txBody>
          <a:bodyPr lIns="177800" tIns="101600" rIns="177800" bIns="101600"/>
          <a:lstStyle>
            <a:defPPr>
              <a:defRPr lang="en-US"/>
            </a:defPPr>
            <a:lvl1pPr>
              <a:defRPr sz="800" b="0" i="0">
                <a:solidFill>
                  <a:schemeClr val="bg1"/>
                </a:solidFill>
                <a:latin typeface="Ubuntu Light" panose="020B0304030602030204" pitchFamily="34" charset="0"/>
              </a:defRPr>
            </a:lvl1pPr>
          </a:lstStyle>
          <a:p>
            <a:pPr lvl="0" algn="ctr"/>
            <a:r>
              <a:rPr lang="en-GB" sz="1200">
                <a:solidFill>
                  <a:srgbClr val="272726"/>
                </a:solidFill>
                <a:latin typeface="Figtree" pitchFamily="2" charset="0"/>
              </a:rPr>
              <a:t>Strictly private and confidential</a:t>
            </a:r>
          </a:p>
        </p:txBody>
      </p:sp>
      <p:pic>
        <p:nvPicPr>
          <p:cNvPr id="10" name="Picture 2">
            <a:extLst>
              <a:ext uri="{FF2B5EF4-FFF2-40B4-BE49-F238E27FC236}">
                <a16:creationId xmlns:a16="http://schemas.microsoft.com/office/drawing/2014/main" id="{A3D82FE0-EFEC-3F9F-78FA-6F755A1C3222}"/>
              </a:ext>
            </a:extLst>
          </p:cNvPr>
          <p:cNvPicPr>
            <a:picLocks noChangeAspect="1" noChangeArrowheads="1"/>
          </p:cNvPicPr>
          <p:nvPr userDrawn="1"/>
        </p:nvPicPr>
        <p:blipFill>
          <a:blip r:embed="rId2" cstate="print">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1023949" y="12758196"/>
            <a:ext cx="1772538" cy="478416"/>
          </a:xfrm>
          <a:prstGeom prst="rect">
            <a:avLst/>
          </a:prstGeom>
          <a:noFill/>
          <a:extLst>
            <a:ext uri="{909E8E84-426E-40DD-AFC4-6F175D3DCCD1}">
              <a14:hiddenFill xmlns:a14="http://schemas.microsoft.com/office/drawing/2010/main">
                <a:solidFill>
                  <a:srgbClr val="FFFFFF"/>
                </a:solidFill>
              </a14:hiddenFill>
            </a:ext>
          </a:extLst>
        </p:spPr>
      </p:pic>
      <p:sp>
        <p:nvSpPr>
          <p:cNvPr id="11" name="Text Placeholder 2">
            <a:extLst>
              <a:ext uri="{FF2B5EF4-FFF2-40B4-BE49-F238E27FC236}">
                <a16:creationId xmlns:a16="http://schemas.microsoft.com/office/drawing/2014/main" id="{C9D6E84E-6DE1-2920-5325-EE9B053429F9}"/>
              </a:ext>
            </a:extLst>
          </p:cNvPr>
          <p:cNvSpPr>
            <a:spLocks noGrp="1"/>
          </p:cNvSpPr>
          <p:nvPr>
            <p:ph type="body" idx="10"/>
          </p:nvPr>
        </p:nvSpPr>
        <p:spPr>
          <a:xfrm>
            <a:off x="3841762" y="12820828"/>
            <a:ext cx="18559657" cy="360000"/>
          </a:xfrm>
          <a:prstGeom prst="rect">
            <a:avLst/>
          </a:prstGeom>
        </p:spPr>
        <p:txBody>
          <a:bodyPr lIns="0" tIns="0" rIns="0" bIns="0" anchor="ctr">
            <a:noAutofit/>
          </a:bodyPr>
          <a:lstStyle>
            <a:lvl1pPr marL="0" indent="0">
              <a:lnSpc>
                <a:spcPct val="150000"/>
              </a:lnSpc>
              <a:buNone/>
              <a:defRPr sz="1600" b="0" i="0">
                <a:solidFill>
                  <a:schemeClr val="bg1">
                    <a:lumMod val="50000"/>
                  </a:schemeClr>
                </a:solidFill>
                <a:latin typeface="Figtree" pitchFamily="2" charset="0"/>
              </a:defRPr>
            </a:lvl1pPr>
            <a:lvl2pPr marL="914400" indent="0">
              <a:buNone/>
              <a:defRPr sz="4000">
                <a:solidFill>
                  <a:schemeClr val="tx1">
                    <a:tint val="75000"/>
                  </a:schemeClr>
                </a:solidFill>
              </a:defRPr>
            </a:lvl2pPr>
            <a:lvl3pPr marL="1828800" indent="0">
              <a:buNone/>
              <a:defRPr sz="3600">
                <a:solidFill>
                  <a:schemeClr val="tx1">
                    <a:tint val="75000"/>
                  </a:schemeClr>
                </a:solidFill>
              </a:defRPr>
            </a:lvl3pPr>
            <a:lvl4pPr marL="2743200" indent="0">
              <a:buNone/>
              <a:defRPr sz="3200">
                <a:solidFill>
                  <a:schemeClr val="tx1">
                    <a:tint val="75000"/>
                  </a:schemeClr>
                </a:solidFill>
              </a:defRPr>
            </a:lvl4pPr>
            <a:lvl5pPr marL="3657600" indent="0">
              <a:buNone/>
              <a:defRPr sz="3200">
                <a:solidFill>
                  <a:schemeClr val="tx1">
                    <a:tint val="75000"/>
                  </a:schemeClr>
                </a:solidFill>
              </a:defRPr>
            </a:lvl5pPr>
            <a:lvl6pPr marL="4572000" indent="0">
              <a:buNone/>
              <a:defRPr sz="3200">
                <a:solidFill>
                  <a:schemeClr val="tx1">
                    <a:tint val="75000"/>
                  </a:schemeClr>
                </a:solidFill>
              </a:defRPr>
            </a:lvl6pPr>
            <a:lvl7pPr marL="5486400" indent="0">
              <a:buNone/>
              <a:defRPr sz="3200">
                <a:solidFill>
                  <a:schemeClr val="tx1">
                    <a:tint val="75000"/>
                  </a:schemeClr>
                </a:solidFill>
              </a:defRPr>
            </a:lvl7pPr>
            <a:lvl8pPr marL="6400800" indent="0">
              <a:buNone/>
              <a:defRPr sz="3200">
                <a:solidFill>
                  <a:schemeClr val="tx1">
                    <a:tint val="75000"/>
                  </a:schemeClr>
                </a:solidFill>
              </a:defRPr>
            </a:lvl8pPr>
            <a:lvl9pPr marL="7315200" indent="0">
              <a:buNone/>
              <a:defRPr sz="3200">
                <a:solidFill>
                  <a:schemeClr val="tx1">
                    <a:tint val="75000"/>
                  </a:schemeClr>
                </a:solidFill>
              </a:defRPr>
            </a:lvl9pPr>
          </a:lstStyle>
          <a:p>
            <a:pPr lvl="0"/>
            <a:r>
              <a:rPr lang="en-US"/>
              <a:t>Click to edit Master text styles</a:t>
            </a:r>
          </a:p>
        </p:txBody>
      </p:sp>
      <p:sp>
        <p:nvSpPr>
          <p:cNvPr id="6" name="TextBox 5">
            <a:extLst>
              <a:ext uri="{FF2B5EF4-FFF2-40B4-BE49-F238E27FC236}">
                <a16:creationId xmlns:a16="http://schemas.microsoft.com/office/drawing/2014/main" id="{DDD4B9BB-2C21-926F-6E1F-2006988E5FA4}"/>
              </a:ext>
            </a:extLst>
          </p:cNvPr>
          <p:cNvSpPr txBox="1"/>
          <p:nvPr userDrawn="1"/>
        </p:nvSpPr>
        <p:spPr>
          <a:xfrm>
            <a:off x="21255949" y="-2063"/>
            <a:ext cx="2725426" cy="1200329"/>
          </a:xfrm>
          <a:prstGeom prst="rect">
            <a:avLst/>
          </a:prstGeom>
          <a:noFill/>
        </p:spPr>
        <p:txBody>
          <a:bodyPr wrap="none" rtlCol="0">
            <a:spAutoFit/>
          </a:bodyPr>
          <a:lstStyle/>
          <a:p>
            <a:r>
              <a:rPr lang="en-US" sz="7200" b="1" i="1">
                <a:solidFill>
                  <a:srgbClr val="FFCDCD"/>
                </a:solidFill>
              </a:rPr>
              <a:t>DRAFT</a:t>
            </a:r>
            <a:endParaRPr lang="en-GB" sz="7200" b="1" i="1">
              <a:solidFill>
                <a:srgbClr val="FFCDCD"/>
              </a:solidFill>
            </a:endParaRPr>
          </a:p>
        </p:txBody>
      </p:sp>
    </p:spTree>
    <p:extLst>
      <p:ext uri="{BB962C8B-B14F-4D97-AF65-F5344CB8AC3E}">
        <p14:creationId xmlns:p14="http://schemas.microsoft.com/office/powerpoint/2010/main" val="89163461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Two Columns Layou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8AF32B2-DBC1-6EC9-64A8-7E82912AD84C}"/>
              </a:ext>
            </a:extLst>
          </p:cNvPr>
          <p:cNvSpPr>
            <a:spLocks noGrp="1"/>
          </p:cNvSpPr>
          <p:nvPr>
            <p:ph type="title" hasCustomPrompt="1"/>
          </p:nvPr>
        </p:nvSpPr>
        <p:spPr>
          <a:xfrm>
            <a:off x="1023948" y="736599"/>
            <a:ext cx="22268928" cy="878189"/>
          </a:xfrm>
          <a:prstGeom prst="rect">
            <a:avLst/>
          </a:prstGeom>
        </p:spPr>
        <p:txBody>
          <a:bodyPr vert="horz" lIns="0" tIns="50800" rIns="88900" bIns="50800" rtlCol="0" anchor="t">
            <a:spAutoFit/>
          </a:bodyPr>
          <a:lstStyle>
            <a:lvl1pPr>
              <a:defRPr lang="en-US" sz="5600" b="1" i="0">
                <a:solidFill>
                  <a:srgbClr val="12BD64"/>
                </a:solidFill>
                <a:latin typeface="Figtree" pitchFamily="2" charset="0"/>
              </a:defRPr>
            </a:lvl1pPr>
          </a:lstStyle>
          <a:p>
            <a:pPr lvl="0"/>
            <a:r>
              <a:rPr lang="en-US"/>
              <a:t>Title | Subtitle</a:t>
            </a:r>
          </a:p>
        </p:txBody>
      </p:sp>
      <p:sp>
        <p:nvSpPr>
          <p:cNvPr id="13" name="Text Placeholder 2">
            <a:extLst>
              <a:ext uri="{FF2B5EF4-FFF2-40B4-BE49-F238E27FC236}">
                <a16:creationId xmlns:a16="http://schemas.microsoft.com/office/drawing/2014/main" id="{C86B6272-C041-7879-95A5-FA182E049EC8}"/>
              </a:ext>
            </a:extLst>
          </p:cNvPr>
          <p:cNvSpPr>
            <a:spLocks noGrp="1"/>
          </p:cNvSpPr>
          <p:nvPr>
            <p:ph type="body" idx="13" hasCustomPrompt="1"/>
          </p:nvPr>
        </p:nvSpPr>
        <p:spPr>
          <a:xfrm>
            <a:off x="1031765" y="1727200"/>
            <a:ext cx="22261114" cy="1143000"/>
          </a:xfrm>
          <a:prstGeom prst="rect">
            <a:avLst/>
          </a:prstGeom>
        </p:spPr>
        <p:txBody>
          <a:bodyPr lIns="0" tIns="0" rIns="0" bIns="0">
            <a:noAutofit/>
          </a:bodyPr>
          <a:lstStyle>
            <a:lvl1pPr>
              <a:defRPr lang="en-US" sz="3200" b="0" i="0" dirty="0">
                <a:solidFill>
                  <a:schemeClr val="bg1">
                    <a:lumMod val="65000"/>
                  </a:schemeClr>
                </a:solidFill>
                <a:latin typeface="Figtree" pitchFamily="2" charset="0"/>
              </a:defRPr>
            </a:lvl1pPr>
          </a:lstStyle>
          <a:p>
            <a:pPr marL="0" lvl="0" indent="0">
              <a:lnSpc>
                <a:spcPct val="100000"/>
              </a:lnSpc>
              <a:spcBef>
                <a:spcPts val="0"/>
              </a:spcBef>
              <a:buNone/>
            </a:pPr>
            <a:r>
              <a:rPr lang="en-US"/>
              <a:t>Click to edit Master title style</a:t>
            </a:r>
          </a:p>
        </p:txBody>
      </p:sp>
      <p:sp>
        <p:nvSpPr>
          <p:cNvPr id="3" name="Content Placeholder 2">
            <a:extLst>
              <a:ext uri="{FF2B5EF4-FFF2-40B4-BE49-F238E27FC236}">
                <a16:creationId xmlns:a16="http://schemas.microsoft.com/office/drawing/2014/main" id="{4CE90004-E63D-0BC2-00D5-3E3C52F805C8}"/>
              </a:ext>
            </a:extLst>
          </p:cNvPr>
          <p:cNvSpPr>
            <a:spLocks noGrp="1"/>
          </p:cNvSpPr>
          <p:nvPr>
            <p:ph sz="quarter" idx="14"/>
          </p:nvPr>
        </p:nvSpPr>
        <p:spPr>
          <a:xfrm>
            <a:off x="1031768" y="2968626"/>
            <a:ext cx="11078365" cy="9432924"/>
          </a:xfrm>
          <a:prstGeom prst="rect">
            <a:avLst/>
          </a:prstGeom>
        </p:spPr>
        <p:txBody>
          <a:bodyPr/>
          <a:lstStyle>
            <a:lvl1pPr>
              <a:defRPr sz="2400">
                <a:latin typeface="Figtree" pitchFamily="2" charset="0"/>
              </a:defRPr>
            </a:lvl1pPr>
            <a:lvl2pPr>
              <a:defRPr sz="2400">
                <a:latin typeface="Figtree" pitchFamily="2" charset="0"/>
              </a:defRPr>
            </a:lvl2pPr>
            <a:lvl3pPr>
              <a:defRPr sz="2400">
                <a:latin typeface="Figtree" pitchFamily="2" charset="0"/>
              </a:defRPr>
            </a:lvl3pPr>
            <a:lvl4pPr>
              <a:defRPr sz="2400">
                <a:latin typeface="Figtree" pitchFamily="2" charset="0"/>
              </a:defRPr>
            </a:lvl4pPr>
            <a:lvl5pPr>
              <a:defRPr sz="2400">
                <a:latin typeface="Figtree"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Content Placeholder 2">
            <a:extLst>
              <a:ext uri="{FF2B5EF4-FFF2-40B4-BE49-F238E27FC236}">
                <a16:creationId xmlns:a16="http://schemas.microsoft.com/office/drawing/2014/main" id="{25AF4599-1919-6E14-36BD-E75F8EE5F762}"/>
              </a:ext>
            </a:extLst>
          </p:cNvPr>
          <p:cNvSpPr>
            <a:spLocks noGrp="1"/>
          </p:cNvSpPr>
          <p:nvPr>
            <p:ph sz="quarter" idx="15"/>
          </p:nvPr>
        </p:nvSpPr>
        <p:spPr>
          <a:xfrm>
            <a:off x="12214511" y="2968626"/>
            <a:ext cx="11078365" cy="9432924"/>
          </a:xfrm>
          <a:prstGeom prst="rect">
            <a:avLst/>
          </a:prstGeom>
        </p:spPr>
        <p:txBody>
          <a:bodyPr/>
          <a:lstStyle>
            <a:lvl1pPr>
              <a:defRPr sz="2400">
                <a:latin typeface="Figtree" pitchFamily="2" charset="0"/>
              </a:defRPr>
            </a:lvl1pPr>
            <a:lvl2pPr>
              <a:defRPr sz="2400">
                <a:latin typeface="Figtree" pitchFamily="2" charset="0"/>
              </a:defRPr>
            </a:lvl2pPr>
            <a:lvl3pPr>
              <a:defRPr sz="2400">
                <a:latin typeface="Figtree" pitchFamily="2" charset="0"/>
              </a:defRPr>
            </a:lvl3pPr>
            <a:lvl4pPr>
              <a:defRPr sz="2400">
                <a:latin typeface="Figtree" pitchFamily="2" charset="0"/>
              </a:defRPr>
            </a:lvl4pPr>
            <a:lvl5pPr>
              <a:defRPr sz="2400">
                <a:latin typeface="Figtree"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 name="Slide Number Placeholder 5">
            <a:extLst>
              <a:ext uri="{FF2B5EF4-FFF2-40B4-BE49-F238E27FC236}">
                <a16:creationId xmlns:a16="http://schemas.microsoft.com/office/drawing/2014/main" id="{A40DF5D2-A8E4-5F68-D369-DE0AE9720765}"/>
              </a:ext>
            </a:extLst>
          </p:cNvPr>
          <p:cNvSpPr>
            <a:spLocks noGrp="1"/>
          </p:cNvSpPr>
          <p:nvPr>
            <p:ph type="sldNum" sz="quarter" idx="12"/>
          </p:nvPr>
        </p:nvSpPr>
        <p:spPr>
          <a:xfrm>
            <a:off x="22401427" y="12617451"/>
            <a:ext cx="871912" cy="730250"/>
          </a:xfrm>
          <a:prstGeom prst="rect">
            <a:avLst/>
          </a:prstGeom>
        </p:spPr>
        <p:txBody>
          <a:bodyPr anchor="ctr"/>
          <a:lstStyle>
            <a:lvl1pPr algn="r">
              <a:defRPr sz="2000">
                <a:solidFill>
                  <a:srgbClr val="272726"/>
                </a:solidFill>
                <a:latin typeface="Figtree" pitchFamily="2" charset="0"/>
              </a:defRPr>
            </a:lvl1pPr>
          </a:lstStyle>
          <a:p>
            <a:fld id="{5F99CA44-E461-4342-8946-62027848508A}" type="slidenum">
              <a:rPr lang="en-PT" smtClean="0"/>
              <a:pPr/>
              <a:t>‹#›</a:t>
            </a:fld>
            <a:endParaRPr lang="en-PT"/>
          </a:p>
        </p:txBody>
      </p:sp>
      <p:cxnSp>
        <p:nvCxnSpPr>
          <p:cNvPr id="4" name="Straight Connector 3">
            <a:extLst>
              <a:ext uri="{FF2B5EF4-FFF2-40B4-BE49-F238E27FC236}">
                <a16:creationId xmlns:a16="http://schemas.microsoft.com/office/drawing/2014/main" id="{F95D3A8F-7CD9-CC4A-DE7B-9114965EA469}"/>
              </a:ext>
            </a:extLst>
          </p:cNvPr>
          <p:cNvCxnSpPr>
            <a:cxnSpLocks/>
          </p:cNvCxnSpPr>
          <p:nvPr userDrawn="1"/>
        </p:nvCxnSpPr>
        <p:spPr>
          <a:xfrm>
            <a:off x="3590353" y="12735444"/>
            <a:ext cx="0" cy="530768"/>
          </a:xfrm>
          <a:prstGeom prst="line">
            <a:avLst/>
          </a:prstGeom>
          <a:ln w="31750">
            <a:solidFill>
              <a:srgbClr val="12BD64"/>
            </a:solidFill>
          </a:ln>
        </p:spPr>
        <p:style>
          <a:lnRef idx="3">
            <a:schemeClr val="dk1"/>
          </a:lnRef>
          <a:fillRef idx="0">
            <a:schemeClr val="dk1"/>
          </a:fillRef>
          <a:effectRef idx="2">
            <a:schemeClr val="dk1"/>
          </a:effectRef>
          <a:fontRef idx="minor">
            <a:schemeClr val="tx1"/>
          </a:fontRef>
        </p:style>
      </p:cxnSp>
      <p:sp>
        <p:nvSpPr>
          <p:cNvPr id="10" name="TextBox 9">
            <a:extLst>
              <a:ext uri="{FF2B5EF4-FFF2-40B4-BE49-F238E27FC236}">
                <a16:creationId xmlns:a16="http://schemas.microsoft.com/office/drawing/2014/main" id="{F87489B6-E492-31D8-7F0B-0C78F5A5ACA0}"/>
              </a:ext>
            </a:extLst>
          </p:cNvPr>
          <p:cNvSpPr txBox="1"/>
          <p:nvPr userDrawn="1"/>
        </p:nvSpPr>
        <p:spPr>
          <a:xfrm>
            <a:off x="0" y="13236632"/>
            <a:ext cx="3590346" cy="430888"/>
          </a:xfrm>
          <a:prstGeom prst="rect">
            <a:avLst/>
          </a:prstGeom>
        </p:spPr>
        <p:txBody>
          <a:bodyPr lIns="177800" tIns="101600" rIns="177800" bIns="101600"/>
          <a:lstStyle>
            <a:defPPr>
              <a:defRPr lang="en-US"/>
            </a:defPPr>
            <a:lvl1pPr>
              <a:defRPr sz="800" b="0" i="0">
                <a:solidFill>
                  <a:schemeClr val="bg1"/>
                </a:solidFill>
                <a:latin typeface="Ubuntu Light" panose="020B0304030602030204" pitchFamily="34" charset="0"/>
              </a:defRPr>
            </a:lvl1pPr>
          </a:lstStyle>
          <a:p>
            <a:pPr lvl="0" algn="ctr"/>
            <a:r>
              <a:rPr lang="en-GB" sz="1200">
                <a:solidFill>
                  <a:srgbClr val="272726"/>
                </a:solidFill>
                <a:latin typeface="Figtree" pitchFamily="2" charset="0"/>
              </a:rPr>
              <a:t>Strictly private and confidential</a:t>
            </a:r>
          </a:p>
        </p:txBody>
      </p:sp>
      <p:pic>
        <p:nvPicPr>
          <p:cNvPr id="11" name="Picture 2">
            <a:extLst>
              <a:ext uri="{FF2B5EF4-FFF2-40B4-BE49-F238E27FC236}">
                <a16:creationId xmlns:a16="http://schemas.microsoft.com/office/drawing/2014/main" id="{9CD0167F-1806-CAC9-90CF-C116FEF43554}"/>
              </a:ext>
            </a:extLst>
          </p:cNvPr>
          <p:cNvPicPr>
            <a:picLocks noChangeAspect="1" noChangeArrowheads="1"/>
          </p:cNvPicPr>
          <p:nvPr userDrawn="1"/>
        </p:nvPicPr>
        <p:blipFill>
          <a:blip r:embed="rId2" cstate="print">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1023949" y="12758196"/>
            <a:ext cx="1772538" cy="478416"/>
          </a:xfrm>
          <a:prstGeom prst="rect">
            <a:avLst/>
          </a:prstGeom>
          <a:noFill/>
          <a:extLst>
            <a:ext uri="{909E8E84-426E-40DD-AFC4-6F175D3DCCD1}">
              <a14:hiddenFill xmlns:a14="http://schemas.microsoft.com/office/drawing/2010/main">
                <a:solidFill>
                  <a:srgbClr val="FFFFFF"/>
                </a:solidFill>
              </a14:hiddenFill>
            </a:ext>
          </a:extLst>
        </p:spPr>
      </p:pic>
      <p:sp>
        <p:nvSpPr>
          <p:cNvPr id="12" name="Text Placeholder 2">
            <a:extLst>
              <a:ext uri="{FF2B5EF4-FFF2-40B4-BE49-F238E27FC236}">
                <a16:creationId xmlns:a16="http://schemas.microsoft.com/office/drawing/2014/main" id="{DF3016BE-A8CA-B937-A8D5-CB10EFA14ED9}"/>
              </a:ext>
            </a:extLst>
          </p:cNvPr>
          <p:cNvSpPr>
            <a:spLocks noGrp="1"/>
          </p:cNvSpPr>
          <p:nvPr>
            <p:ph type="body" idx="10"/>
          </p:nvPr>
        </p:nvSpPr>
        <p:spPr>
          <a:xfrm>
            <a:off x="3841762" y="12820828"/>
            <a:ext cx="18559657" cy="360000"/>
          </a:xfrm>
          <a:prstGeom prst="rect">
            <a:avLst/>
          </a:prstGeom>
        </p:spPr>
        <p:txBody>
          <a:bodyPr lIns="0" tIns="0" rIns="0" bIns="0" anchor="ctr">
            <a:noAutofit/>
          </a:bodyPr>
          <a:lstStyle>
            <a:lvl1pPr marL="0" indent="0">
              <a:lnSpc>
                <a:spcPct val="150000"/>
              </a:lnSpc>
              <a:buNone/>
              <a:defRPr sz="1600" b="0" i="0">
                <a:solidFill>
                  <a:schemeClr val="bg1">
                    <a:lumMod val="50000"/>
                  </a:schemeClr>
                </a:solidFill>
                <a:latin typeface="Figtree" pitchFamily="2" charset="0"/>
              </a:defRPr>
            </a:lvl1pPr>
            <a:lvl2pPr marL="914400" indent="0">
              <a:buNone/>
              <a:defRPr sz="4000">
                <a:solidFill>
                  <a:schemeClr val="tx1">
                    <a:tint val="75000"/>
                  </a:schemeClr>
                </a:solidFill>
              </a:defRPr>
            </a:lvl2pPr>
            <a:lvl3pPr marL="1828800" indent="0">
              <a:buNone/>
              <a:defRPr sz="3600">
                <a:solidFill>
                  <a:schemeClr val="tx1">
                    <a:tint val="75000"/>
                  </a:schemeClr>
                </a:solidFill>
              </a:defRPr>
            </a:lvl3pPr>
            <a:lvl4pPr marL="2743200" indent="0">
              <a:buNone/>
              <a:defRPr sz="3200">
                <a:solidFill>
                  <a:schemeClr val="tx1">
                    <a:tint val="75000"/>
                  </a:schemeClr>
                </a:solidFill>
              </a:defRPr>
            </a:lvl4pPr>
            <a:lvl5pPr marL="3657600" indent="0">
              <a:buNone/>
              <a:defRPr sz="3200">
                <a:solidFill>
                  <a:schemeClr val="tx1">
                    <a:tint val="75000"/>
                  </a:schemeClr>
                </a:solidFill>
              </a:defRPr>
            </a:lvl5pPr>
            <a:lvl6pPr marL="4572000" indent="0">
              <a:buNone/>
              <a:defRPr sz="3200">
                <a:solidFill>
                  <a:schemeClr val="tx1">
                    <a:tint val="75000"/>
                  </a:schemeClr>
                </a:solidFill>
              </a:defRPr>
            </a:lvl6pPr>
            <a:lvl7pPr marL="5486400" indent="0">
              <a:buNone/>
              <a:defRPr sz="3200">
                <a:solidFill>
                  <a:schemeClr val="tx1">
                    <a:tint val="75000"/>
                  </a:schemeClr>
                </a:solidFill>
              </a:defRPr>
            </a:lvl7pPr>
            <a:lvl8pPr marL="6400800" indent="0">
              <a:buNone/>
              <a:defRPr sz="3200">
                <a:solidFill>
                  <a:schemeClr val="tx1">
                    <a:tint val="75000"/>
                  </a:schemeClr>
                </a:solidFill>
              </a:defRPr>
            </a:lvl8pPr>
            <a:lvl9pPr marL="7315200" indent="0">
              <a:buNone/>
              <a:defRPr sz="3200">
                <a:solidFill>
                  <a:schemeClr val="tx1">
                    <a:tint val="75000"/>
                  </a:schemeClr>
                </a:solidFill>
              </a:defRPr>
            </a:lvl9pPr>
          </a:lstStyle>
          <a:p>
            <a:pPr lvl="0"/>
            <a:r>
              <a:rPr lang="en-US"/>
              <a:t>Click to edit Master text styles</a:t>
            </a:r>
          </a:p>
        </p:txBody>
      </p:sp>
      <p:sp>
        <p:nvSpPr>
          <p:cNvPr id="7" name="TextBox 6">
            <a:extLst>
              <a:ext uri="{FF2B5EF4-FFF2-40B4-BE49-F238E27FC236}">
                <a16:creationId xmlns:a16="http://schemas.microsoft.com/office/drawing/2014/main" id="{0D8915DD-DE2B-61E0-15DD-275298AB2517}"/>
              </a:ext>
            </a:extLst>
          </p:cNvPr>
          <p:cNvSpPr txBox="1"/>
          <p:nvPr userDrawn="1"/>
        </p:nvSpPr>
        <p:spPr>
          <a:xfrm>
            <a:off x="21255949" y="-2063"/>
            <a:ext cx="2725426" cy="1200329"/>
          </a:xfrm>
          <a:prstGeom prst="rect">
            <a:avLst/>
          </a:prstGeom>
          <a:noFill/>
        </p:spPr>
        <p:txBody>
          <a:bodyPr wrap="none" rtlCol="0">
            <a:spAutoFit/>
          </a:bodyPr>
          <a:lstStyle/>
          <a:p>
            <a:r>
              <a:rPr lang="en-US" sz="7200" b="1" i="1">
                <a:solidFill>
                  <a:srgbClr val="FFCDCD"/>
                </a:solidFill>
              </a:rPr>
              <a:t>DRAFT</a:t>
            </a:r>
            <a:endParaRPr lang="en-GB" sz="7200" b="1" i="1">
              <a:solidFill>
                <a:srgbClr val="FFCDCD"/>
              </a:solidFill>
            </a:endParaRPr>
          </a:p>
        </p:txBody>
      </p:sp>
    </p:spTree>
    <p:extLst>
      <p:ext uri="{BB962C8B-B14F-4D97-AF65-F5344CB8AC3E}">
        <p14:creationId xmlns:p14="http://schemas.microsoft.com/office/powerpoint/2010/main" val="343083246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7A84F978-E81B-1E80-C1C7-C1B3D0439120}"/>
              </a:ext>
            </a:extLst>
          </p:cNvPr>
          <p:cNvCxnSpPr>
            <a:cxnSpLocks/>
          </p:cNvCxnSpPr>
          <p:nvPr userDrawn="1"/>
        </p:nvCxnSpPr>
        <p:spPr>
          <a:xfrm>
            <a:off x="0" y="8486380"/>
            <a:ext cx="22274176" cy="0"/>
          </a:xfrm>
          <a:prstGeom prst="line">
            <a:avLst/>
          </a:prstGeom>
          <a:ln w="44450">
            <a:solidFill>
              <a:srgbClr val="12BD64"/>
            </a:solidFill>
            <a:tailEnd type="oval" w="lg" len="lg"/>
          </a:ln>
        </p:spPr>
        <p:style>
          <a:lnRef idx="1">
            <a:schemeClr val="accent6"/>
          </a:lnRef>
          <a:fillRef idx="0">
            <a:schemeClr val="accent6"/>
          </a:fillRef>
          <a:effectRef idx="0">
            <a:schemeClr val="accent6"/>
          </a:effectRef>
          <a:fontRef idx="minor">
            <a:schemeClr val="tx1"/>
          </a:fontRef>
        </p:style>
      </p:cxnSp>
      <p:cxnSp>
        <p:nvCxnSpPr>
          <p:cNvPr id="9" name="Straight Connector 8">
            <a:extLst>
              <a:ext uri="{FF2B5EF4-FFF2-40B4-BE49-F238E27FC236}">
                <a16:creationId xmlns:a16="http://schemas.microsoft.com/office/drawing/2014/main" id="{BC70FDD4-F23A-4823-6114-DD36A4CE8853}"/>
              </a:ext>
            </a:extLst>
          </p:cNvPr>
          <p:cNvCxnSpPr>
            <a:cxnSpLocks/>
          </p:cNvCxnSpPr>
          <p:nvPr userDrawn="1"/>
        </p:nvCxnSpPr>
        <p:spPr>
          <a:xfrm flipV="1">
            <a:off x="3658076" y="6112700"/>
            <a:ext cx="0" cy="2373680"/>
          </a:xfrm>
          <a:prstGeom prst="line">
            <a:avLst/>
          </a:prstGeom>
          <a:ln w="38100">
            <a:solidFill>
              <a:srgbClr val="12BD64"/>
            </a:solidFill>
            <a:tailEnd type="oval" w="med" len="med"/>
          </a:ln>
        </p:spPr>
        <p:style>
          <a:lnRef idx="1">
            <a:schemeClr val="accent6"/>
          </a:lnRef>
          <a:fillRef idx="0">
            <a:schemeClr val="accent6"/>
          </a:fillRef>
          <a:effectRef idx="0">
            <a:schemeClr val="accent6"/>
          </a:effectRef>
          <a:fontRef idx="minor">
            <a:schemeClr val="tx1"/>
          </a:fontRef>
        </p:style>
      </p:cxnSp>
      <p:cxnSp>
        <p:nvCxnSpPr>
          <p:cNvPr id="12" name="Straight Connector 11">
            <a:extLst>
              <a:ext uri="{FF2B5EF4-FFF2-40B4-BE49-F238E27FC236}">
                <a16:creationId xmlns:a16="http://schemas.microsoft.com/office/drawing/2014/main" id="{FD635BB8-27B3-884D-8D63-E3AF97378CB8}"/>
              </a:ext>
            </a:extLst>
          </p:cNvPr>
          <p:cNvCxnSpPr>
            <a:cxnSpLocks/>
          </p:cNvCxnSpPr>
          <p:nvPr userDrawn="1"/>
        </p:nvCxnSpPr>
        <p:spPr>
          <a:xfrm>
            <a:off x="8619028" y="8486380"/>
            <a:ext cx="0" cy="2461364"/>
          </a:xfrm>
          <a:prstGeom prst="line">
            <a:avLst/>
          </a:prstGeom>
          <a:ln w="38100">
            <a:solidFill>
              <a:srgbClr val="12BD64"/>
            </a:solidFill>
            <a:tailEnd type="oval" w="med" len="med"/>
          </a:ln>
        </p:spPr>
        <p:style>
          <a:lnRef idx="1">
            <a:schemeClr val="accent6"/>
          </a:lnRef>
          <a:fillRef idx="0">
            <a:schemeClr val="accent6"/>
          </a:fillRef>
          <a:effectRef idx="0">
            <a:schemeClr val="accent6"/>
          </a:effectRef>
          <a:fontRef idx="minor">
            <a:schemeClr val="tx1"/>
          </a:fontRef>
        </p:style>
      </p:cxnSp>
      <p:cxnSp>
        <p:nvCxnSpPr>
          <p:cNvPr id="14" name="Straight Connector 13">
            <a:extLst>
              <a:ext uri="{FF2B5EF4-FFF2-40B4-BE49-F238E27FC236}">
                <a16:creationId xmlns:a16="http://schemas.microsoft.com/office/drawing/2014/main" id="{0D8D8CE5-F864-F379-99AF-0F8ED0F2191C}"/>
              </a:ext>
            </a:extLst>
          </p:cNvPr>
          <p:cNvCxnSpPr>
            <a:cxnSpLocks/>
          </p:cNvCxnSpPr>
          <p:nvPr userDrawn="1"/>
        </p:nvCxnSpPr>
        <p:spPr>
          <a:xfrm flipV="1">
            <a:off x="15133410" y="6087648"/>
            <a:ext cx="0" cy="2373680"/>
          </a:xfrm>
          <a:prstGeom prst="line">
            <a:avLst/>
          </a:prstGeom>
          <a:ln w="38100">
            <a:solidFill>
              <a:srgbClr val="12BD64"/>
            </a:solidFill>
            <a:tailEnd type="oval" w="med" len="med"/>
          </a:ln>
        </p:spPr>
        <p:style>
          <a:lnRef idx="1">
            <a:schemeClr val="accent6"/>
          </a:lnRef>
          <a:fillRef idx="0">
            <a:schemeClr val="accent6"/>
          </a:fillRef>
          <a:effectRef idx="0">
            <a:schemeClr val="accent6"/>
          </a:effectRef>
          <a:fontRef idx="minor">
            <a:schemeClr val="tx1"/>
          </a:fontRef>
        </p:style>
      </p:cxnSp>
      <p:sp>
        <p:nvSpPr>
          <p:cNvPr id="15" name="Text Placeholder 27">
            <a:extLst>
              <a:ext uri="{FF2B5EF4-FFF2-40B4-BE49-F238E27FC236}">
                <a16:creationId xmlns:a16="http://schemas.microsoft.com/office/drawing/2014/main" id="{2FEEC9BC-C219-3351-6EB6-07343714A5EE}"/>
              </a:ext>
            </a:extLst>
          </p:cNvPr>
          <p:cNvSpPr>
            <a:spLocks noGrp="1"/>
          </p:cNvSpPr>
          <p:nvPr>
            <p:ph type="body" sz="quarter" idx="24" hasCustomPrompt="1"/>
          </p:nvPr>
        </p:nvSpPr>
        <p:spPr>
          <a:xfrm>
            <a:off x="4412104" y="5557443"/>
            <a:ext cx="2777498" cy="553998"/>
          </a:xfrm>
          <a:prstGeom prst="rect">
            <a:avLst/>
          </a:prstGeom>
        </p:spPr>
        <p:txBody>
          <a:bodyPr lIns="0" tIns="0" rIns="0" bIns="0">
            <a:spAutoFit/>
          </a:bodyPr>
          <a:lstStyle>
            <a:lvl1pPr marL="0" indent="0" algn="l">
              <a:buNone/>
              <a:defRPr sz="4000" b="1" i="0">
                <a:latin typeface="Figtree SemiBold" pitchFamily="2" charset="0"/>
              </a:defRPr>
            </a:lvl1pPr>
          </a:lstStyle>
          <a:p>
            <a:pPr lvl="0"/>
            <a:r>
              <a:rPr lang="en-GB"/>
              <a:t>Placeholder</a:t>
            </a:r>
            <a:endParaRPr lang="en-PT"/>
          </a:p>
        </p:txBody>
      </p:sp>
      <p:sp>
        <p:nvSpPr>
          <p:cNvPr id="16" name="Text Placeholder 27">
            <a:extLst>
              <a:ext uri="{FF2B5EF4-FFF2-40B4-BE49-F238E27FC236}">
                <a16:creationId xmlns:a16="http://schemas.microsoft.com/office/drawing/2014/main" id="{73CEE7DB-9795-F9D1-54CD-A57E0F05FA50}"/>
              </a:ext>
            </a:extLst>
          </p:cNvPr>
          <p:cNvSpPr>
            <a:spLocks noGrp="1"/>
          </p:cNvSpPr>
          <p:nvPr>
            <p:ph type="body" sz="quarter" idx="25" hasCustomPrompt="1"/>
          </p:nvPr>
        </p:nvSpPr>
        <p:spPr>
          <a:xfrm>
            <a:off x="4412106" y="6555539"/>
            <a:ext cx="4456966" cy="1329594"/>
          </a:xfrm>
          <a:prstGeom prst="rect">
            <a:avLst/>
          </a:prstGeom>
        </p:spPr>
        <p:txBody>
          <a:bodyPr wrap="square" lIns="0" tIns="0" rIns="0" bIns="0">
            <a:spAutoFit/>
          </a:bodyPr>
          <a:lstStyle>
            <a:lvl1pPr marL="0" indent="0" algn="l">
              <a:buNone/>
              <a:defRPr sz="2400">
                <a:latin typeface="Figtree" pitchFamily="2" charset="0"/>
              </a:defRPr>
            </a:lvl1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Sed do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a:t>
            </a:r>
            <a:endParaRPr lang="en-PT"/>
          </a:p>
        </p:txBody>
      </p:sp>
      <p:sp>
        <p:nvSpPr>
          <p:cNvPr id="17" name="Text Placeholder 27">
            <a:extLst>
              <a:ext uri="{FF2B5EF4-FFF2-40B4-BE49-F238E27FC236}">
                <a16:creationId xmlns:a16="http://schemas.microsoft.com/office/drawing/2014/main" id="{0FECBB35-8189-253E-63E0-1AE9F3003328}"/>
              </a:ext>
            </a:extLst>
          </p:cNvPr>
          <p:cNvSpPr>
            <a:spLocks noGrp="1"/>
          </p:cNvSpPr>
          <p:nvPr>
            <p:ph type="body" sz="quarter" idx="26" hasCustomPrompt="1"/>
          </p:nvPr>
        </p:nvSpPr>
        <p:spPr>
          <a:xfrm>
            <a:off x="15887438" y="5582495"/>
            <a:ext cx="2777498" cy="553998"/>
          </a:xfrm>
          <a:prstGeom prst="rect">
            <a:avLst/>
          </a:prstGeom>
        </p:spPr>
        <p:txBody>
          <a:bodyPr lIns="0" tIns="0" rIns="0" bIns="0">
            <a:spAutoFit/>
          </a:bodyPr>
          <a:lstStyle>
            <a:lvl1pPr marL="0" indent="0" algn="l">
              <a:buNone/>
              <a:defRPr sz="4000" b="1" i="0">
                <a:latin typeface="Figtree SemiBold" pitchFamily="2" charset="0"/>
              </a:defRPr>
            </a:lvl1pPr>
          </a:lstStyle>
          <a:p>
            <a:pPr lvl="0"/>
            <a:r>
              <a:rPr lang="en-GB"/>
              <a:t>Placeholder</a:t>
            </a:r>
            <a:endParaRPr lang="en-PT"/>
          </a:p>
        </p:txBody>
      </p:sp>
      <p:sp>
        <p:nvSpPr>
          <p:cNvPr id="18" name="Text Placeholder 27">
            <a:extLst>
              <a:ext uri="{FF2B5EF4-FFF2-40B4-BE49-F238E27FC236}">
                <a16:creationId xmlns:a16="http://schemas.microsoft.com/office/drawing/2014/main" id="{046DD5F6-CB28-F405-F903-318122466B22}"/>
              </a:ext>
            </a:extLst>
          </p:cNvPr>
          <p:cNvSpPr>
            <a:spLocks noGrp="1"/>
          </p:cNvSpPr>
          <p:nvPr>
            <p:ph type="body" sz="quarter" idx="27" hasCustomPrompt="1"/>
          </p:nvPr>
        </p:nvSpPr>
        <p:spPr>
          <a:xfrm>
            <a:off x="15887440" y="6580591"/>
            <a:ext cx="4456966" cy="1329594"/>
          </a:xfrm>
          <a:prstGeom prst="rect">
            <a:avLst/>
          </a:prstGeom>
        </p:spPr>
        <p:txBody>
          <a:bodyPr wrap="square" lIns="0" tIns="0" rIns="0" bIns="0">
            <a:spAutoFit/>
          </a:bodyPr>
          <a:lstStyle>
            <a:lvl1pPr marL="0" indent="0" algn="l">
              <a:buNone/>
              <a:defRPr sz="2400">
                <a:latin typeface="Figtree" pitchFamily="2" charset="0"/>
              </a:defRPr>
            </a:lvl1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Sed do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a:t>
            </a:r>
            <a:endParaRPr lang="en-PT"/>
          </a:p>
        </p:txBody>
      </p:sp>
      <p:sp>
        <p:nvSpPr>
          <p:cNvPr id="19" name="Text Placeholder 27">
            <a:extLst>
              <a:ext uri="{FF2B5EF4-FFF2-40B4-BE49-F238E27FC236}">
                <a16:creationId xmlns:a16="http://schemas.microsoft.com/office/drawing/2014/main" id="{380D002F-52D6-25B6-ED81-25DE0AA95FE2}"/>
              </a:ext>
            </a:extLst>
          </p:cNvPr>
          <p:cNvSpPr>
            <a:spLocks noGrp="1"/>
          </p:cNvSpPr>
          <p:nvPr>
            <p:ph type="body" sz="quarter" idx="28" hasCustomPrompt="1"/>
          </p:nvPr>
        </p:nvSpPr>
        <p:spPr>
          <a:xfrm>
            <a:off x="9373056" y="9415459"/>
            <a:ext cx="2777498" cy="553998"/>
          </a:xfrm>
          <a:prstGeom prst="rect">
            <a:avLst/>
          </a:prstGeom>
        </p:spPr>
        <p:txBody>
          <a:bodyPr lIns="0" tIns="0" rIns="0" bIns="0">
            <a:spAutoFit/>
          </a:bodyPr>
          <a:lstStyle>
            <a:lvl1pPr marL="0" indent="0" algn="l">
              <a:buNone/>
              <a:defRPr sz="4000" b="1" i="0">
                <a:latin typeface="Figtree SemiBold" pitchFamily="2" charset="0"/>
              </a:defRPr>
            </a:lvl1pPr>
          </a:lstStyle>
          <a:p>
            <a:pPr lvl="0"/>
            <a:r>
              <a:rPr lang="en-GB"/>
              <a:t>Placeholder</a:t>
            </a:r>
            <a:endParaRPr lang="en-PT"/>
          </a:p>
        </p:txBody>
      </p:sp>
      <p:sp>
        <p:nvSpPr>
          <p:cNvPr id="20" name="Text Placeholder 27">
            <a:extLst>
              <a:ext uri="{FF2B5EF4-FFF2-40B4-BE49-F238E27FC236}">
                <a16:creationId xmlns:a16="http://schemas.microsoft.com/office/drawing/2014/main" id="{D9A40AC5-88E2-54BA-F6E0-1D1879EAB965}"/>
              </a:ext>
            </a:extLst>
          </p:cNvPr>
          <p:cNvSpPr>
            <a:spLocks noGrp="1"/>
          </p:cNvSpPr>
          <p:nvPr>
            <p:ph type="body" sz="quarter" idx="29" hasCustomPrompt="1"/>
          </p:nvPr>
        </p:nvSpPr>
        <p:spPr>
          <a:xfrm>
            <a:off x="9373057" y="10413555"/>
            <a:ext cx="4456966" cy="1329594"/>
          </a:xfrm>
          <a:prstGeom prst="rect">
            <a:avLst/>
          </a:prstGeom>
        </p:spPr>
        <p:txBody>
          <a:bodyPr wrap="square" lIns="0" tIns="0" rIns="0" bIns="0">
            <a:spAutoFit/>
          </a:bodyPr>
          <a:lstStyle>
            <a:lvl1pPr marL="0" indent="0" algn="l">
              <a:buNone/>
              <a:defRPr sz="2400">
                <a:latin typeface="Figtree" pitchFamily="2" charset="0"/>
              </a:defRPr>
            </a:lvl1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Sed do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a:t>
            </a:r>
            <a:endParaRPr lang="en-PT"/>
          </a:p>
        </p:txBody>
      </p:sp>
      <p:sp>
        <p:nvSpPr>
          <p:cNvPr id="21" name="Title 1">
            <a:extLst>
              <a:ext uri="{FF2B5EF4-FFF2-40B4-BE49-F238E27FC236}">
                <a16:creationId xmlns:a16="http://schemas.microsoft.com/office/drawing/2014/main" id="{238772F8-A873-F3DA-7258-0EC49E38ED0B}"/>
              </a:ext>
            </a:extLst>
          </p:cNvPr>
          <p:cNvSpPr>
            <a:spLocks noGrp="1"/>
          </p:cNvSpPr>
          <p:nvPr>
            <p:ph type="title"/>
          </p:nvPr>
        </p:nvSpPr>
        <p:spPr>
          <a:xfrm>
            <a:off x="1676618" y="2075575"/>
            <a:ext cx="10516969" cy="2437590"/>
          </a:xfrm>
          <a:prstGeom prst="rect">
            <a:avLst/>
          </a:prstGeom>
        </p:spPr>
        <p:txBody>
          <a:bodyPr lIns="0" tIns="0" rIns="0" bIns="0">
            <a:spAutoFit/>
          </a:bodyPr>
          <a:lstStyle>
            <a:lvl1pPr>
              <a:defRPr b="1" i="0">
                <a:latin typeface="Figtree SemiBold" pitchFamily="2" charset="0"/>
              </a:defRPr>
            </a:lvl1pPr>
          </a:lstStyle>
          <a:p>
            <a:r>
              <a:rPr lang="en-GB"/>
              <a:t>Click to edit Master title style</a:t>
            </a:r>
            <a:endParaRPr lang="en-PT"/>
          </a:p>
        </p:txBody>
      </p:sp>
      <p:pic>
        <p:nvPicPr>
          <p:cNvPr id="25" name="Picture 24">
            <a:extLst>
              <a:ext uri="{FF2B5EF4-FFF2-40B4-BE49-F238E27FC236}">
                <a16:creationId xmlns:a16="http://schemas.microsoft.com/office/drawing/2014/main" id="{2F717E98-F9E0-D2EF-084E-938B23CB47B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676620" y="13206176"/>
            <a:ext cx="1396538" cy="214692"/>
          </a:xfrm>
          <a:prstGeom prst="rect">
            <a:avLst/>
          </a:prstGeom>
          <a:noFill/>
          <a:ln cap="flat">
            <a:noFill/>
          </a:ln>
        </p:spPr>
      </p:pic>
      <p:sp>
        <p:nvSpPr>
          <p:cNvPr id="26" name="Slide Number Placeholder 5">
            <a:extLst>
              <a:ext uri="{FF2B5EF4-FFF2-40B4-BE49-F238E27FC236}">
                <a16:creationId xmlns:a16="http://schemas.microsoft.com/office/drawing/2014/main" id="{7A48795B-6236-6C71-E652-EDE6C4C15D5A}"/>
              </a:ext>
            </a:extLst>
          </p:cNvPr>
          <p:cNvSpPr>
            <a:spLocks noGrp="1"/>
          </p:cNvSpPr>
          <p:nvPr>
            <p:ph type="sldNum" sz="quarter" idx="4"/>
          </p:nvPr>
        </p:nvSpPr>
        <p:spPr>
          <a:xfrm>
            <a:off x="22500563" y="13190413"/>
            <a:ext cx="209994" cy="246221"/>
          </a:xfrm>
          <a:prstGeom prst="rect">
            <a:avLst/>
          </a:prstGeom>
        </p:spPr>
        <p:txBody>
          <a:bodyPr vert="horz" wrap="none" lIns="0" tIns="0" rIns="0" bIns="0" rtlCol="0" anchor="ctr">
            <a:spAutoFit/>
          </a:bodyPr>
          <a:lstStyle>
            <a:lvl1pPr algn="r">
              <a:defRPr sz="1600">
                <a:solidFill>
                  <a:schemeClr val="tx1">
                    <a:tint val="82000"/>
                  </a:schemeClr>
                </a:solidFill>
              </a:defRPr>
            </a:lvl1pPr>
          </a:lstStyle>
          <a:p>
            <a:fld id="{4AA77E54-165B-A847-AA47-6003AD81C543}" type="slidenum">
              <a:rPr lang="en-PT" smtClean="0"/>
              <a:pPr/>
              <a:t>‹#›</a:t>
            </a:fld>
            <a:endParaRPr lang="en-PT"/>
          </a:p>
        </p:txBody>
      </p:sp>
      <p:sp>
        <p:nvSpPr>
          <p:cNvPr id="3" name="Footer Placeholder 4">
            <a:extLst>
              <a:ext uri="{FF2B5EF4-FFF2-40B4-BE49-F238E27FC236}">
                <a16:creationId xmlns:a16="http://schemas.microsoft.com/office/drawing/2014/main" id="{66E18810-D452-8A70-7B8D-49B681CD2DB9}"/>
              </a:ext>
            </a:extLst>
          </p:cNvPr>
          <p:cNvSpPr>
            <a:spLocks noGrp="1"/>
          </p:cNvSpPr>
          <p:nvPr>
            <p:ph type="ftr" sz="quarter" idx="3"/>
          </p:nvPr>
        </p:nvSpPr>
        <p:spPr>
          <a:xfrm>
            <a:off x="3315597" y="13244327"/>
            <a:ext cx="2231671" cy="184666"/>
          </a:xfrm>
          <a:prstGeom prst="rect">
            <a:avLst/>
          </a:prstGeom>
        </p:spPr>
        <p:txBody>
          <a:bodyPr vert="horz" wrap="none" lIns="0" tIns="0" rIns="0" bIns="0" rtlCol="0" anchor="ctr">
            <a:spAutoFit/>
          </a:bodyPr>
          <a:lstStyle>
            <a:lvl1pPr algn="l">
              <a:defRPr sz="1200">
                <a:solidFill>
                  <a:schemeClr val="tx1"/>
                </a:solidFill>
              </a:defRPr>
            </a:lvl1pPr>
          </a:lstStyle>
          <a:p>
            <a:r>
              <a:rPr lang="en-US">
                <a:latin typeface="Figtree" pitchFamily="2"/>
                <a:ea typeface="Figtree Regular" pitchFamily="34"/>
                <a:cs typeface="Figtree Regular" pitchFamily="34"/>
              </a:rPr>
              <a:t>| Strictly private and confidential</a:t>
            </a:r>
            <a:endParaRPr lang="en-US">
              <a:latin typeface="Figtree" pitchFamily="2"/>
            </a:endParaRPr>
          </a:p>
        </p:txBody>
      </p:sp>
    </p:spTree>
    <p:extLst>
      <p:ext uri="{BB962C8B-B14F-4D97-AF65-F5344CB8AC3E}">
        <p14:creationId xmlns:p14="http://schemas.microsoft.com/office/powerpoint/2010/main" val="246477228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NORMAL">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F717E98-F9E0-D2EF-084E-938B23CB47B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676620" y="13206176"/>
            <a:ext cx="1396538" cy="214692"/>
          </a:xfrm>
          <a:prstGeom prst="rect">
            <a:avLst/>
          </a:prstGeom>
          <a:noFill/>
          <a:ln cap="flat">
            <a:noFill/>
          </a:ln>
        </p:spPr>
      </p:pic>
      <p:sp>
        <p:nvSpPr>
          <p:cNvPr id="26" name="Slide Number Placeholder 5">
            <a:extLst>
              <a:ext uri="{FF2B5EF4-FFF2-40B4-BE49-F238E27FC236}">
                <a16:creationId xmlns:a16="http://schemas.microsoft.com/office/drawing/2014/main" id="{7A48795B-6236-6C71-E652-EDE6C4C15D5A}"/>
              </a:ext>
            </a:extLst>
          </p:cNvPr>
          <p:cNvSpPr>
            <a:spLocks noGrp="1"/>
          </p:cNvSpPr>
          <p:nvPr>
            <p:ph type="sldNum" sz="quarter" idx="4"/>
          </p:nvPr>
        </p:nvSpPr>
        <p:spPr>
          <a:xfrm>
            <a:off x="22500563" y="13190413"/>
            <a:ext cx="209994" cy="246221"/>
          </a:xfrm>
          <a:prstGeom prst="rect">
            <a:avLst/>
          </a:prstGeom>
        </p:spPr>
        <p:txBody>
          <a:bodyPr vert="horz" wrap="none" lIns="0" tIns="0" rIns="0" bIns="0" rtlCol="0" anchor="ctr">
            <a:spAutoFit/>
          </a:bodyPr>
          <a:lstStyle>
            <a:lvl1pPr algn="r">
              <a:defRPr sz="1600">
                <a:solidFill>
                  <a:schemeClr val="tx1">
                    <a:tint val="82000"/>
                  </a:schemeClr>
                </a:solidFill>
              </a:defRPr>
            </a:lvl1pPr>
          </a:lstStyle>
          <a:p>
            <a:fld id="{4AA77E54-165B-A847-AA47-6003AD81C543}" type="slidenum">
              <a:rPr lang="en-PT" smtClean="0"/>
              <a:pPr/>
              <a:t>‹#›</a:t>
            </a:fld>
            <a:endParaRPr lang="en-PT"/>
          </a:p>
        </p:txBody>
      </p:sp>
      <p:sp>
        <p:nvSpPr>
          <p:cNvPr id="3" name="Footer Placeholder 4">
            <a:extLst>
              <a:ext uri="{FF2B5EF4-FFF2-40B4-BE49-F238E27FC236}">
                <a16:creationId xmlns:a16="http://schemas.microsoft.com/office/drawing/2014/main" id="{66E18810-D452-8A70-7B8D-49B681CD2DB9}"/>
              </a:ext>
            </a:extLst>
          </p:cNvPr>
          <p:cNvSpPr>
            <a:spLocks noGrp="1"/>
          </p:cNvSpPr>
          <p:nvPr>
            <p:ph type="ftr" sz="quarter" idx="3"/>
          </p:nvPr>
        </p:nvSpPr>
        <p:spPr>
          <a:xfrm>
            <a:off x="3315597" y="13244327"/>
            <a:ext cx="2231671" cy="184666"/>
          </a:xfrm>
          <a:prstGeom prst="rect">
            <a:avLst/>
          </a:prstGeom>
        </p:spPr>
        <p:txBody>
          <a:bodyPr vert="horz" wrap="none" lIns="0" tIns="0" rIns="0" bIns="0" rtlCol="0" anchor="ctr">
            <a:spAutoFit/>
          </a:bodyPr>
          <a:lstStyle>
            <a:lvl1pPr algn="l">
              <a:defRPr sz="1200">
                <a:solidFill>
                  <a:schemeClr val="tx1"/>
                </a:solidFill>
              </a:defRPr>
            </a:lvl1pPr>
          </a:lstStyle>
          <a:p>
            <a:r>
              <a:rPr lang="en-US">
                <a:latin typeface="Figtree" pitchFamily="2"/>
                <a:ea typeface="Figtree Regular" pitchFamily="34"/>
                <a:cs typeface="Figtree Regular" pitchFamily="34"/>
              </a:rPr>
              <a:t>| Strictly private and confidential</a:t>
            </a:r>
            <a:endParaRPr lang="en-US">
              <a:latin typeface="Figtree" pitchFamily="2"/>
            </a:endParaRPr>
          </a:p>
        </p:txBody>
      </p:sp>
      <p:sp>
        <p:nvSpPr>
          <p:cNvPr id="2" name="Title Placeholder 1">
            <a:extLst>
              <a:ext uri="{FF2B5EF4-FFF2-40B4-BE49-F238E27FC236}">
                <a16:creationId xmlns:a16="http://schemas.microsoft.com/office/drawing/2014/main" id="{05A3A83D-6270-1A63-C448-37B76397B32C}"/>
              </a:ext>
            </a:extLst>
          </p:cNvPr>
          <p:cNvSpPr>
            <a:spLocks noGrp="1"/>
          </p:cNvSpPr>
          <p:nvPr>
            <p:ph type="title"/>
          </p:nvPr>
        </p:nvSpPr>
        <p:spPr>
          <a:xfrm>
            <a:off x="1676619" y="730251"/>
            <a:ext cx="21033938" cy="2651126"/>
          </a:xfrm>
          <a:prstGeom prst="rect">
            <a:avLst/>
          </a:prstGeom>
        </p:spPr>
        <p:txBody>
          <a:bodyPr vert="horz" lIns="91440" tIns="45720" rIns="91440" bIns="45720" rtlCol="0" anchor="ctr">
            <a:normAutofit/>
          </a:bodyPr>
          <a:lstStyle>
            <a:lvl1pPr>
              <a:defRPr>
                <a:latin typeface="Figtree" pitchFamily="2" charset="0"/>
              </a:defRPr>
            </a:lvl1pPr>
          </a:lstStyle>
          <a:p>
            <a:r>
              <a:rPr lang="en-GB"/>
              <a:t>Click to edit Master title style</a:t>
            </a:r>
            <a:endParaRPr lang="en-PT"/>
          </a:p>
        </p:txBody>
      </p:sp>
      <p:sp>
        <p:nvSpPr>
          <p:cNvPr id="4" name="Text Placeholder 2">
            <a:extLst>
              <a:ext uri="{FF2B5EF4-FFF2-40B4-BE49-F238E27FC236}">
                <a16:creationId xmlns:a16="http://schemas.microsoft.com/office/drawing/2014/main" id="{2351115F-7FBA-40AE-63C0-5870C55CE269}"/>
              </a:ext>
            </a:extLst>
          </p:cNvPr>
          <p:cNvSpPr>
            <a:spLocks noGrp="1"/>
          </p:cNvSpPr>
          <p:nvPr>
            <p:ph idx="1"/>
          </p:nvPr>
        </p:nvSpPr>
        <p:spPr>
          <a:xfrm>
            <a:off x="1676619" y="3651250"/>
            <a:ext cx="21033938" cy="8702676"/>
          </a:xfrm>
          <a:prstGeom prst="rect">
            <a:avLst/>
          </a:prstGeom>
        </p:spPr>
        <p:txBody>
          <a:bodyPr vert="horz" lIns="91440" tIns="45720" rIns="91440" bIns="45720" rtlCol="0">
            <a:normAutofit/>
          </a:bodyPr>
          <a:lstStyle>
            <a:lvl1pPr>
              <a:defRPr>
                <a:latin typeface="Figtree" pitchFamily="2" charset="0"/>
              </a:defRPr>
            </a:lvl1pPr>
            <a:lvl2pPr>
              <a:defRPr>
                <a:latin typeface="Figtree" pitchFamily="2" charset="0"/>
              </a:defRPr>
            </a:lvl2pPr>
            <a:lvl3pPr>
              <a:defRPr>
                <a:latin typeface="Figtree" pitchFamily="2" charset="0"/>
              </a:defRPr>
            </a:lvl3pPr>
            <a:lvl4pPr>
              <a:defRPr>
                <a:latin typeface="Figtree" pitchFamily="2" charset="0"/>
              </a:defRPr>
            </a:lvl4pPr>
            <a:lvl5pPr>
              <a:defRPr>
                <a:latin typeface="Figtree"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T"/>
          </a:p>
        </p:txBody>
      </p:sp>
    </p:spTree>
    <p:extLst>
      <p:ext uri="{BB962C8B-B14F-4D97-AF65-F5344CB8AC3E}">
        <p14:creationId xmlns:p14="http://schemas.microsoft.com/office/powerpoint/2010/main" val="129588637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Timeline">
    <p:spTree>
      <p:nvGrpSpPr>
        <p:cNvPr id="1" name=""/>
        <p:cNvGrpSpPr/>
        <p:nvPr/>
      </p:nvGrpSpPr>
      <p:grpSpPr>
        <a:xfrm>
          <a:off x="0" y="0"/>
          <a:ext cx="0" cy="0"/>
          <a:chOff x="0" y="0"/>
          <a:chExt cx="0" cy="0"/>
        </a:xfrm>
      </p:grpSpPr>
      <p:sp>
        <p:nvSpPr>
          <p:cNvPr id="21" name="Title 1">
            <a:extLst>
              <a:ext uri="{FF2B5EF4-FFF2-40B4-BE49-F238E27FC236}">
                <a16:creationId xmlns:a16="http://schemas.microsoft.com/office/drawing/2014/main" id="{238772F8-A873-F3DA-7258-0EC49E38ED0B}"/>
              </a:ext>
            </a:extLst>
          </p:cNvPr>
          <p:cNvSpPr>
            <a:spLocks noGrp="1"/>
          </p:cNvSpPr>
          <p:nvPr>
            <p:ph type="title" hasCustomPrompt="1"/>
          </p:nvPr>
        </p:nvSpPr>
        <p:spPr>
          <a:xfrm>
            <a:off x="1701675" y="1741751"/>
            <a:ext cx="8721337" cy="3656386"/>
          </a:xfrm>
          <a:prstGeom prst="rect">
            <a:avLst/>
          </a:prstGeom>
        </p:spPr>
        <p:txBody>
          <a:bodyPr wrap="square" lIns="0" tIns="0" rIns="0" bIns="0">
            <a:spAutoFit/>
          </a:bodyPr>
          <a:lstStyle>
            <a:lvl1pPr>
              <a:defRPr b="1" i="0">
                <a:latin typeface="Figtree SemiBold" pitchFamily="2" charset="0"/>
              </a:defRPr>
            </a:lvl1pPr>
          </a:lstStyle>
          <a:p>
            <a:r>
              <a:rPr lang="en-GB"/>
              <a:t>Click to edit Master title</a:t>
            </a:r>
            <a:br>
              <a:rPr lang="en-GB"/>
            </a:br>
            <a:r>
              <a:rPr lang="en-GB"/>
              <a:t>style</a:t>
            </a:r>
            <a:endParaRPr lang="en-PT"/>
          </a:p>
        </p:txBody>
      </p:sp>
      <p:sp>
        <p:nvSpPr>
          <p:cNvPr id="3" name="Oval 2">
            <a:extLst>
              <a:ext uri="{FF2B5EF4-FFF2-40B4-BE49-F238E27FC236}">
                <a16:creationId xmlns:a16="http://schemas.microsoft.com/office/drawing/2014/main" id="{873CBB2D-9A1C-8EAE-C694-65FCC659A95A}"/>
              </a:ext>
            </a:extLst>
          </p:cNvPr>
          <p:cNvSpPr/>
          <p:nvPr userDrawn="1"/>
        </p:nvSpPr>
        <p:spPr>
          <a:xfrm>
            <a:off x="9119617" y="3575368"/>
            <a:ext cx="8364681" cy="8363592"/>
          </a:xfrm>
          <a:prstGeom prst="ellipse">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T" sz="7200"/>
          </a:p>
        </p:txBody>
      </p:sp>
      <p:sp>
        <p:nvSpPr>
          <p:cNvPr id="4" name="Oval 3">
            <a:extLst>
              <a:ext uri="{FF2B5EF4-FFF2-40B4-BE49-F238E27FC236}">
                <a16:creationId xmlns:a16="http://schemas.microsoft.com/office/drawing/2014/main" id="{C3993C24-F3DF-6E17-DB51-430BA255F14D}"/>
              </a:ext>
            </a:extLst>
          </p:cNvPr>
          <p:cNvSpPr/>
          <p:nvPr userDrawn="1"/>
        </p:nvSpPr>
        <p:spPr>
          <a:xfrm>
            <a:off x="9775232" y="4921717"/>
            <a:ext cx="7053452" cy="7052534"/>
          </a:xfrm>
          <a:prstGeom prst="ellipse">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T" sz="7200"/>
          </a:p>
        </p:txBody>
      </p:sp>
      <p:sp>
        <p:nvSpPr>
          <p:cNvPr id="5" name="Oval 4">
            <a:extLst>
              <a:ext uri="{FF2B5EF4-FFF2-40B4-BE49-F238E27FC236}">
                <a16:creationId xmlns:a16="http://schemas.microsoft.com/office/drawing/2014/main" id="{85528EA9-5F0E-4C65-7738-5EB3B7A44FFF}"/>
              </a:ext>
            </a:extLst>
          </p:cNvPr>
          <p:cNvSpPr/>
          <p:nvPr userDrawn="1"/>
        </p:nvSpPr>
        <p:spPr>
          <a:xfrm>
            <a:off x="10817107" y="6987555"/>
            <a:ext cx="4969697" cy="4969050"/>
          </a:xfrm>
          <a:prstGeom prst="ellipse">
            <a:avLst/>
          </a:prstGeom>
          <a:solidFill>
            <a:schemeClr val="accent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T" sz="7200"/>
          </a:p>
        </p:txBody>
      </p:sp>
      <p:cxnSp>
        <p:nvCxnSpPr>
          <p:cNvPr id="22" name="Straight Connector 21">
            <a:extLst>
              <a:ext uri="{FF2B5EF4-FFF2-40B4-BE49-F238E27FC236}">
                <a16:creationId xmlns:a16="http://schemas.microsoft.com/office/drawing/2014/main" id="{465FCCED-F013-107D-36BC-C16D4DB9FF1F}"/>
              </a:ext>
            </a:extLst>
          </p:cNvPr>
          <p:cNvCxnSpPr>
            <a:cxnSpLocks/>
          </p:cNvCxnSpPr>
          <p:nvPr userDrawn="1"/>
        </p:nvCxnSpPr>
        <p:spPr>
          <a:xfrm flipH="1">
            <a:off x="5014008" y="7440690"/>
            <a:ext cx="5876187" cy="0"/>
          </a:xfrm>
          <a:prstGeom prst="line">
            <a:avLst/>
          </a:prstGeom>
          <a:ln w="38100">
            <a:solidFill>
              <a:srgbClr val="12BD64"/>
            </a:solidFill>
            <a:tailEnd type="oval" w="med" len="med"/>
          </a:ln>
        </p:spPr>
        <p:style>
          <a:lnRef idx="1">
            <a:schemeClr val="accent6"/>
          </a:lnRef>
          <a:fillRef idx="0">
            <a:schemeClr val="accent6"/>
          </a:fillRef>
          <a:effectRef idx="0">
            <a:schemeClr val="accent6"/>
          </a:effectRef>
          <a:fontRef idx="minor">
            <a:schemeClr val="tx1"/>
          </a:fontRef>
        </p:style>
      </p:cxnSp>
      <p:sp>
        <p:nvSpPr>
          <p:cNvPr id="23" name="Text Placeholder 27">
            <a:extLst>
              <a:ext uri="{FF2B5EF4-FFF2-40B4-BE49-F238E27FC236}">
                <a16:creationId xmlns:a16="http://schemas.microsoft.com/office/drawing/2014/main" id="{6F5BB640-17A9-AE5F-8006-1F947472C4EC}"/>
              </a:ext>
            </a:extLst>
          </p:cNvPr>
          <p:cNvSpPr>
            <a:spLocks noGrp="1"/>
          </p:cNvSpPr>
          <p:nvPr>
            <p:ph type="body" sz="quarter" idx="22" hasCustomPrompt="1"/>
          </p:nvPr>
        </p:nvSpPr>
        <p:spPr>
          <a:xfrm>
            <a:off x="5686504" y="7872869"/>
            <a:ext cx="2777498" cy="553998"/>
          </a:xfrm>
          <a:prstGeom prst="rect">
            <a:avLst/>
          </a:prstGeom>
        </p:spPr>
        <p:txBody>
          <a:bodyPr lIns="0" tIns="0" rIns="0" bIns="0">
            <a:spAutoFit/>
          </a:bodyPr>
          <a:lstStyle>
            <a:lvl1pPr marL="0" indent="0" algn="r">
              <a:buNone/>
              <a:defRPr sz="4000" b="0" i="0">
                <a:latin typeface="Figtree Medium" pitchFamily="2" charset="0"/>
              </a:defRPr>
            </a:lvl1pPr>
          </a:lstStyle>
          <a:p>
            <a:pPr lvl="0"/>
            <a:r>
              <a:rPr lang="en-GB"/>
              <a:t>Placeholder</a:t>
            </a:r>
            <a:endParaRPr lang="en-PT"/>
          </a:p>
        </p:txBody>
      </p:sp>
      <p:sp>
        <p:nvSpPr>
          <p:cNvPr id="24" name="Text Placeholder 27">
            <a:extLst>
              <a:ext uri="{FF2B5EF4-FFF2-40B4-BE49-F238E27FC236}">
                <a16:creationId xmlns:a16="http://schemas.microsoft.com/office/drawing/2014/main" id="{6FAE0E97-BA09-6AC9-8FC7-4546487081C5}"/>
              </a:ext>
            </a:extLst>
          </p:cNvPr>
          <p:cNvSpPr>
            <a:spLocks noGrp="1"/>
          </p:cNvSpPr>
          <p:nvPr>
            <p:ph type="body" sz="quarter" idx="23" hasCustomPrompt="1"/>
          </p:nvPr>
        </p:nvSpPr>
        <p:spPr>
          <a:xfrm>
            <a:off x="3506576" y="8870965"/>
            <a:ext cx="4957427" cy="1329594"/>
          </a:xfrm>
          <a:prstGeom prst="rect">
            <a:avLst/>
          </a:prstGeom>
        </p:spPr>
        <p:txBody>
          <a:bodyPr wrap="square" lIns="0" tIns="0" rIns="0" bIns="0">
            <a:spAutoFit/>
          </a:bodyPr>
          <a:lstStyle>
            <a:lvl1pPr marL="0" indent="0" algn="r">
              <a:buNone/>
              <a:defRPr sz="2400">
                <a:latin typeface="Figtree" pitchFamily="2" charset="0"/>
              </a:defRPr>
            </a:lvl1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Sed do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a:t>
            </a:r>
            <a:endParaRPr lang="en-PT"/>
          </a:p>
        </p:txBody>
      </p:sp>
      <p:cxnSp>
        <p:nvCxnSpPr>
          <p:cNvPr id="27" name="Straight Connector 26">
            <a:extLst>
              <a:ext uri="{FF2B5EF4-FFF2-40B4-BE49-F238E27FC236}">
                <a16:creationId xmlns:a16="http://schemas.microsoft.com/office/drawing/2014/main" id="{1AE0BAF6-DF06-64E0-C5F5-B0A511240000}"/>
              </a:ext>
            </a:extLst>
          </p:cNvPr>
          <p:cNvCxnSpPr>
            <a:cxnSpLocks/>
          </p:cNvCxnSpPr>
          <p:nvPr userDrawn="1"/>
        </p:nvCxnSpPr>
        <p:spPr>
          <a:xfrm>
            <a:off x="14742761" y="9188446"/>
            <a:ext cx="6001471" cy="0"/>
          </a:xfrm>
          <a:prstGeom prst="line">
            <a:avLst/>
          </a:prstGeom>
          <a:ln w="38100">
            <a:solidFill>
              <a:srgbClr val="12BD64"/>
            </a:solidFill>
            <a:tailEnd type="oval" w="med" len="med"/>
          </a:ln>
        </p:spPr>
        <p:style>
          <a:lnRef idx="1">
            <a:schemeClr val="accent6"/>
          </a:lnRef>
          <a:fillRef idx="0">
            <a:schemeClr val="accent6"/>
          </a:fillRef>
          <a:effectRef idx="0">
            <a:schemeClr val="accent6"/>
          </a:effectRef>
          <a:fontRef idx="minor">
            <a:schemeClr val="tx1"/>
          </a:fontRef>
        </p:style>
      </p:cxnSp>
      <p:sp>
        <p:nvSpPr>
          <p:cNvPr id="28" name="Text Placeholder 27">
            <a:extLst>
              <a:ext uri="{FF2B5EF4-FFF2-40B4-BE49-F238E27FC236}">
                <a16:creationId xmlns:a16="http://schemas.microsoft.com/office/drawing/2014/main" id="{02345275-8196-148D-27BE-B587073C71F7}"/>
              </a:ext>
            </a:extLst>
          </p:cNvPr>
          <p:cNvSpPr>
            <a:spLocks noGrp="1"/>
          </p:cNvSpPr>
          <p:nvPr>
            <p:ph type="body" sz="quarter" idx="24" hasCustomPrompt="1"/>
          </p:nvPr>
        </p:nvSpPr>
        <p:spPr>
          <a:xfrm>
            <a:off x="17728074" y="9646561"/>
            <a:ext cx="2777498" cy="553998"/>
          </a:xfrm>
          <a:prstGeom prst="rect">
            <a:avLst/>
          </a:prstGeom>
        </p:spPr>
        <p:txBody>
          <a:bodyPr lIns="0" tIns="0" rIns="0" bIns="0">
            <a:spAutoFit/>
          </a:bodyPr>
          <a:lstStyle>
            <a:lvl1pPr marL="0" indent="0" algn="l">
              <a:buNone/>
              <a:defRPr sz="4000" b="0" i="0">
                <a:latin typeface="Figtree Medium" pitchFamily="2" charset="0"/>
              </a:defRPr>
            </a:lvl1pPr>
          </a:lstStyle>
          <a:p>
            <a:pPr lvl="0"/>
            <a:r>
              <a:rPr lang="en-GB"/>
              <a:t>Placeholder</a:t>
            </a:r>
            <a:endParaRPr lang="en-PT"/>
          </a:p>
        </p:txBody>
      </p:sp>
      <p:sp>
        <p:nvSpPr>
          <p:cNvPr id="29" name="Text Placeholder 27">
            <a:extLst>
              <a:ext uri="{FF2B5EF4-FFF2-40B4-BE49-F238E27FC236}">
                <a16:creationId xmlns:a16="http://schemas.microsoft.com/office/drawing/2014/main" id="{421A1E77-CC8D-747B-668F-8F10003F5F9A}"/>
              </a:ext>
            </a:extLst>
          </p:cNvPr>
          <p:cNvSpPr>
            <a:spLocks noGrp="1"/>
          </p:cNvSpPr>
          <p:nvPr>
            <p:ph type="body" sz="quarter" idx="25" hasCustomPrompt="1"/>
          </p:nvPr>
        </p:nvSpPr>
        <p:spPr>
          <a:xfrm>
            <a:off x="17728075" y="10644657"/>
            <a:ext cx="4957427" cy="1329594"/>
          </a:xfrm>
          <a:prstGeom prst="rect">
            <a:avLst/>
          </a:prstGeom>
        </p:spPr>
        <p:txBody>
          <a:bodyPr wrap="square" lIns="0" tIns="0" rIns="0" bIns="0">
            <a:spAutoFit/>
          </a:bodyPr>
          <a:lstStyle>
            <a:lvl1pPr marL="0" indent="0" algn="l">
              <a:buNone/>
              <a:defRPr sz="2400">
                <a:latin typeface="Figtree" pitchFamily="2" charset="0"/>
              </a:defRPr>
            </a:lvl1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Sed do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a:t>
            </a:r>
            <a:endParaRPr lang="en-PT"/>
          </a:p>
        </p:txBody>
      </p:sp>
      <p:cxnSp>
        <p:nvCxnSpPr>
          <p:cNvPr id="32" name="Straight Connector 31">
            <a:extLst>
              <a:ext uri="{FF2B5EF4-FFF2-40B4-BE49-F238E27FC236}">
                <a16:creationId xmlns:a16="http://schemas.microsoft.com/office/drawing/2014/main" id="{D80E2538-6DBF-7855-6F59-6C99A8B65655}"/>
              </a:ext>
            </a:extLst>
          </p:cNvPr>
          <p:cNvCxnSpPr>
            <a:cxnSpLocks/>
          </p:cNvCxnSpPr>
          <p:nvPr userDrawn="1"/>
        </p:nvCxnSpPr>
        <p:spPr>
          <a:xfrm>
            <a:off x="14742761" y="4203088"/>
            <a:ext cx="6001471" cy="0"/>
          </a:xfrm>
          <a:prstGeom prst="line">
            <a:avLst/>
          </a:prstGeom>
          <a:ln w="38100">
            <a:solidFill>
              <a:srgbClr val="12BD64"/>
            </a:solidFill>
            <a:tailEnd type="oval" w="med" len="med"/>
          </a:ln>
        </p:spPr>
        <p:style>
          <a:lnRef idx="1">
            <a:schemeClr val="accent6"/>
          </a:lnRef>
          <a:fillRef idx="0">
            <a:schemeClr val="accent6"/>
          </a:fillRef>
          <a:effectRef idx="0">
            <a:schemeClr val="accent6"/>
          </a:effectRef>
          <a:fontRef idx="minor">
            <a:schemeClr val="tx1"/>
          </a:fontRef>
        </p:style>
      </p:cxnSp>
      <p:sp>
        <p:nvSpPr>
          <p:cNvPr id="33" name="Text Placeholder 27">
            <a:extLst>
              <a:ext uri="{FF2B5EF4-FFF2-40B4-BE49-F238E27FC236}">
                <a16:creationId xmlns:a16="http://schemas.microsoft.com/office/drawing/2014/main" id="{BFC3FDF3-DF16-C7F7-09FB-934E85954E4B}"/>
              </a:ext>
            </a:extLst>
          </p:cNvPr>
          <p:cNvSpPr>
            <a:spLocks noGrp="1"/>
          </p:cNvSpPr>
          <p:nvPr>
            <p:ph type="body" sz="quarter" idx="26" hasCustomPrompt="1"/>
          </p:nvPr>
        </p:nvSpPr>
        <p:spPr>
          <a:xfrm>
            <a:off x="17728074" y="4661203"/>
            <a:ext cx="2777498" cy="553998"/>
          </a:xfrm>
          <a:prstGeom prst="rect">
            <a:avLst/>
          </a:prstGeom>
        </p:spPr>
        <p:txBody>
          <a:bodyPr lIns="0" tIns="0" rIns="0" bIns="0">
            <a:spAutoFit/>
          </a:bodyPr>
          <a:lstStyle>
            <a:lvl1pPr marL="0" indent="0" algn="l">
              <a:buNone/>
              <a:defRPr sz="4000" b="0" i="0">
                <a:latin typeface="Figtree Medium" pitchFamily="2" charset="0"/>
              </a:defRPr>
            </a:lvl1pPr>
          </a:lstStyle>
          <a:p>
            <a:pPr lvl="0"/>
            <a:r>
              <a:rPr lang="en-GB"/>
              <a:t>Placeholder</a:t>
            </a:r>
            <a:endParaRPr lang="en-PT"/>
          </a:p>
        </p:txBody>
      </p:sp>
      <p:sp>
        <p:nvSpPr>
          <p:cNvPr id="34" name="Text Placeholder 27">
            <a:extLst>
              <a:ext uri="{FF2B5EF4-FFF2-40B4-BE49-F238E27FC236}">
                <a16:creationId xmlns:a16="http://schemas.microsoft.com/office/drawing/2014/main" id="{8FF4BA07-B326-B3BA-305A-D4A775137668}"/>
              </a:ext>
            </a:extLst>
          </p:cNvPr>
          <p:cNvSpPr>
            <a:spLocks noGrp="1"/>
          </p:cNvSpPr>
          <p:nvPr>
            <p:ph type="body" sz="quarter" idx="27" hasCustomPrompt="1"/>
          </p:nvPr>
        </p:nvSpPr>
        <p:spPr>
          <a:xfrm>
            <a:off x="17728075" y="5659299"/>
            <a:ext cx="4957427" cy="1329594"/>
          </a:xfrm>
          <a:prstGeom prst="rect">
            <a:avLst/>
          </a:prstGeom>
        </p:spPr>
        <p:txBody>
          <a:bodyPr wrap="square" lIns="0" tIns="0" rIns="0" bIns="0">
            <a:spAutoFit/>
          </a:bodyPr>
          <a:lstStyle>
            <a:lvl1pPr marL="0" indent="0" algn="l">
              <a:buNone/>
              <a:defRPr sz="2400">
                <a:latin typeface="Figtree" pitchFamily="2" charset="0"/>
              </a:defRPr>
            </a:lvl1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Sed do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a:t>
            </a:r>
            <a:endParaRPr lang="en-PT"/>
          </a:p>
        </p:txBody>
      </p:sp>
      <p:pic>
        <p:nvPicPr>
          <p:cNvPr id="37" name="Picture 24">
            <a:extLst>
              <a:ext uri="{FF2B5EF4-FFF2-40B4-BE49-F238E27FC236}">
                <a16:creationId xmlns:a16="http://schemas.microsoft.com/office/drawing/2014/main" id="{316FCCC2-3A8A-D384-5EBC-D6A3650E7D6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676620" y="13206176"/>
            <a:ext cx="1396538" cy="214692"/>
          </a:xfrm>
          <a:prstGeom prst="rect">
            <a:avLst/>
          </a:prstGeom>
          <a:noFill/>
          <a:ln cap="flat">
            <a:noFill/>
          </a:ln>
        </p:spPr>
      </p:pic>
      <p:sp>
        <p:nvSpPr>
          <p:cNvPr id="38" name="Slide Number Placeholder 5">
            <a:extLst>
              <a:ext uri="{FF2B5EF4-FFF2-40B4-BE49-F238E27FC236}">
                <a16:creationId xmlns:a16="http://schemas.microsoft.com/office/drawing/2014/main" id="{A1288FA7-2040-AE9F-7C80-4AEEBBB126AD}"/>
              </a:ext>
            </a:extLst>
          </p:cNvPr>
          <p:cNvSpPr>
            <a:spLocks noGrp="1"/>
          </p:cNvSpPr>
          <p:nvPr>
            <p:ph type="sldNum" sz="quarter" idx="4"/>
          </p:nvPr>
        </p:nvSpPr>
        <p:spPr>
          <a:xfrm>
            <a:off x="22500563" y="13190413"/>
            <a:ext cx="209994" cy="246221"/>
          </a:xfrm>
          <a:prstGeom prst="rect">
            <a:avLst/>
          </a:prstGeom>
        </p:spPr>
        <p:txBody>
          <a:bodyPr vert="horz" wrap="none" lIns="0" tIns="0" rIns="0" bIns="0" rtlCol="0" anchor="ctr">
            <a:spAutoFit/>
          </a:bodyPr>
          <a:lstStyle>
            <a:lvl1pPr algn="r">
              <a:defRPr sz="1600">
                <a:solidFill>
                  <a:schemeClr val="tx1">
                    <a:tint val="82000"/>
                  </a:schemeClr>
                </a:solidFill>
              </a:defRPr>
            </a:lvl1pPr>
          </a:lstStyle>
          <a:p>
            <a:fld id="{4AA77E54-165B-A847-AA47-6003AD81C543}" type="slidenum">
              <a:rPr lang="en-PT" smtClean="0"/>
              <a:pPr/>
              <a:t>‹#›</a:t>
            </a:fld>
            <a:endParaRPr lang="en-PT"/>
          </a:p>
        </p:txBody>
      </p:sp>
      <p:sp>
        <p:nvSpPr>
          <p:cNvPr id="2" name="Footer Placeholder 4">
            <a:extLst>
              <a:ext uri="{FF2B5EF4-FFF2-40B4-BE49-F238E27FC236}">
                <a16:creationId xmlns:a16="http://schemas.microsoft.com/office/drawing/2014/main" id="{16E84238-268B-FA22-DCEE-34CB7EA5B85F}"/>
              </a:ext>
            </a:extLst>
          </p:cNvPr>
          <p:cNvSpPr>
            <a:spLocks noGrp="1"/>
          </p:cNvSpPr>
          <p:nvPr>
            <p:ph type="ftr" sz="quarter" idx="3"/>
          </p:nvPr>
        </p:nvSpPr>
        <p:spPr>
          <a:xfrm>
            <a:off x="3315597" y="13244327"/>
            <a:ext cx="2231671" cy="184666"/>
          </a:xfrm>
          <a:prstGeom prst="rect">
            <a:avLst/>
          </a:prstGeom>
        </p:spPr>
        <p:txBody>
          <a:bodyPr vert="horz" wrap="none" lIns="0" tIns="0" rIns="0" bIns="0" rtlCol="0" anchor="ctr">
            <a:spAutoFit/>
          </a:bodyPr>
          <a:lstStyle>
            <a:lvl1pPr algn="l">
              <a:defRPr sz="1200">
                <a:solidFill>
                  <a:schemeClr val="tx1"/>
                </a:solidFill>
              </a:defRPr>
            </a:lvl1pPr>
          </a:lstStyle>
          <a:p>
            <a:r>
              <a:rPr lang="en-US">
                <a:latin typeface="Figtree" pitchFamily="2"/>
                <a:ea typeface="Figtree Regular" pitchFamily="34"/>
                <a:cs typeface="Figtree Regular" pitchFamily="34"/>
              </a:rPr>
              <a:t>| Strictly private and confidential</a:t>
            </a:r>
            <a:endParaRPr lang="en-US">
              <a:latin typeface="Figtree" pitchFamily="2"/>
            </a:endParaRPr>
          </a:p>
        </p:txBody>
      </p:sp>
    </p:spTree>
    <p:extLst>
      <p:ext uri="{BB962C8B-B14F-4D97-AF65-F5344CB8AC3E}">
        <p14:creationId xmlns:p14="http://schemas.microsoft.com/office/powerpoint/2010/main" val="242927893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1_Table Layout">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D776A7F9-BC5F-D222-540A-7CD421497B6F}"/>
              </a:ext>
            </a:extLst>
          </p:cNvPr>
          <p:cNvSpPr/>
          <p:nvPr userDrawn="1">
            <p:custDataLst>
              <p:tags r:id="rId1"/>
            </p:custDataLst>
          </p:nvPr>
        </p:nvSpPr>
        <p:spPr>
          <a:xfrm>
            <a:off x="1" y="-459629"/>
            <a:ext cx="31266" cy="944657"/>
          </a:xfrm>
          <a:prstGeom prst="octagon">
            <a:avLst/>
          </a:prstGeom>
          <a:noFill/>
          <a:ln w="25400" cap="flat">
            <a:noFill/>
            <a:prstDash val="solid"/>
            <a:round/>
          </a:ln>
          <a:effectLst/>
          <a:sp3d/>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25400" cap="flat">
                <a:solidFill>
                  <a:schemeClr val="accent1"/>
                </a:solidFill>
                <a:prstDash val="solid"/>
                <a:round/>
              </a14:hiddenLine>
            </a:ext>
          </a:extLst>
        </p:spPr>
        <p:style>
          <a:lnRef idx="0">
            <a:scrgbClr r="0" g="0" b="0"/>
          </a:lnRef>
          <a:fillRef idx="0">
            <a:scrgbClr r="0" g="0" b="0"/>
          </a:fillRef>
          <a:effectRef idx="0">
            <a:scrgbClr r="0" g="0" b="0"/>
          </a:effectRef>
          <a:fontRef idx="none"/>
        </p:style>
        <p:txBody>
          <a:bodyPr rot="0" spcFirstLastPara="1" vertOverflow="overflow" horzOverflow="overflow" vert="horz" wrap="square" lIns="97520" tIns="97520" rIns="97520" bIns="97520" numCol="1" spcCol="38100" rtlCol="0" anchor="ctr">
            <a:spAutoFit/>
          </a:bodyPr>
          <a:lstStyle/>
          <a:p>
            <a:pPr marL="0" marR="0" indent="0" algn="l" defTabSz="2600440" rtl="0" fontAlgn="auto" latinLnBrk="0" hangingPunct="0">
              <a:lnSpc>
                <a:spcPct val="100000"/>
              </a:lnSpc>
              <a:spcBef>
                <a:spcPts val="0"/>
              </a:spcBef>
              <a:spcAft>
                <a:spcPts val="0"/>
              </a:spcAft>
              <a:buClrTx/>
              <a:buSzTx/>
              <a:buFontTx/>
              <a:buNone/>
              <a:tabLst/>
            </a:pPr>
            <a:endParaRPr kumimoji="0" lang="en-US" sz="4800" b="0" i="0" u="none" strike="noStrike" cap="none" spc="0" normalizeH="0" baseline="0">
              <a:ln>
                <a:noFill/>
              </a:ln>
              <a:solidFill>
                <a:srgbClr val="000000"/>
              </a:solidFill>
              <a:effectLst/>
              <a:uFillTx/>
              <a:latin typeface="+mn-lt"/>
              <a:ea typeface="+mn-ea"/>
              <a:cs typeface="+mn-cs"/>
              <a:sym typeface="Helvetica"/>
            </a:endParaRPr>
          </a:p>
        </p:txBody>
      </p:sp>
    </p:spTree>
    <p:extLst>
      <p:ext uri="{BB962C8B-B14F-4D97-AF65-F5344CB8AC3E}">
        <p14:creationId xmlns:p14="http://schemas.microsoft.com/office/powerpoint/2010/main" val="91696697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DDBC89C-1628-F79F-6FCE-BDA71DAD4E0A}"/>
              </a:ext>
            </a:extLst>
          </p:cNvPr>
          <p:cNvSpPr/>
          <p:nvPr userDrawn="1"/>
        </p:nvSpPr>
        <p:spPr>
          <a:xfrm>
            <a:off x="15052775" y="9711559"/>
            <a:ext cx="9334401" cy="400444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T" sz="7200"/>
          </a:p>
        </p:txBody>
      </p:sp>
      <p:sp>
        <p:nvSpPr>
          <p:cNvPr id="2" name="Title 1">
            <a:extLst>
              <a:ext uri="{FF2B5EF4-FFF2-40B4-BE49-F238E27FC236}">
                <a16:creationId xmlns:a16="http://schemas.microsoft.com/office/drawing/2014/main" id="{32FA0741-1A7A-30D6-468F-52E8A41B73CD}"/>
              </a:ext>
            </a:extLst>
          </p:cNvPr>
          <p:cNvSpPr>
            <a:spLocks noGrp="1"/>
          </p:cNvSpPr>
          <p:nvPr>
            <p:ph type="title"/>
          </p:nvPr>
        </p:nvSpPr>
        <p:spPr>
          <a:xfrm>
            <a:off x="1676618" y="3937000"/>
            <a:ext cx="10516969" cy="2529924"/>
          </a:xfrm>
          <a:prstGeom prst="rect">
            <a:avLst/>
          </a:prstGeom>
        </p:spPr>
        <p:txBody>
          <a:bodyPr lIns="0" tIns="0" rIns="0" bIns="0">
            <a:spAutoFit/>
          </a:bodyPr>
          <a:lstStyle>
            <a:lvl1pPr>
              <a:defRPr b="1" i="0">
                <a:latin typeface="Figtree SemiBold" pitchFamily="2" charset="0"/>
              </a:defRPr>
            </a:lvl1pPr>
          </a:lstStyle>
          <a:p>
            <a:r>
              <a:rPr lang="en-GB"/>
              <a:t>Click to edit Master title style</a:t>
            </a:r>
            <a:endParaRPr lang="en-PT"/>
          </a:p>
        </p:txBody>
      </p:sp>
      <p:sp>
        <p:nvSpPr>
          <p:cNvPr id="3" name="Content Placeholder 2">
            <a:extLst>
              <a:ext uri="{FF2B5EF4-FFF2-40B4-BE49-F238E27FC236}">
                <a16:creationId xmlns:a16="http://schemas.microsoft.com/office/drawing/2014/main" id="{9C3A2AA4-C529-54E1-5673-2FFC856B8217}"/>
              </a:ext>
            </a:extLst>
          </p:cNvPr>
          <p:cNvSpPr>
            <a:spLocks noGrp="1"/>
          </p:cNvSpPr>
          <p:nvPr>
            <p:ph idx="1"/>
          </p:nvPr>
        </p:nvSpPr>
        <p:spPr>
          <a:xfrm>
            <a:off x="1676618" y="6858001"/>
            <a:ext cx="10516969" cy="3596882"/>
          </a:xfrm>
          <a:prstGeom prst="rect">
            <a:avLst/>
          </a:prstGeom>
        </p:spPr>
        <p:txBody>
          <a:bodyPr lIns="0" tIns="0" rIns="0" bIns="0">
            <a:spAutoFit/>
          </a:bodyPr>
          <a:lstStyle>
            <a:lvl1pPr>
              <a:defRPr>
                <a:latin typeface="Figtree" pitchFamily="2" charset="0"/>
              </a:defRPr>
            </a:lvl1pPr>
            <a:lvl2pPr>
              <a:defRPr>
                <a:latin typeface="Figtree" pitchFamily="2" charset="0"/>
              </a:defRPr>
            </a:lvl2pPr>
            <a:lvl3pPr>
              <a:defRPr>
                <a:latin typeface="Figtree" pitchFamily="2" charset="0"/>
              </a:defRPr>
            </a:lvl3pPr>
            <a:lvl4pPr>
              <a:defRPr>
                <a:latin typeface="Figtree" pitchFamily="2" charset="0"/>
              </a:defRPr>
            </a:lvl4pPr>
            <a:lvl5pPr>
              <a:defRPr>
                <a:latin typeface="Figtree"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T"/>
          </a:p>
        </p:txBody>
      </p:sp>
      <p:sp>
        <p:nvSpPr>
          <p:cNvPr id="6" name="Slide Number Placeholder 5">
            <a:extLst>
              <a:ext uri="{FF2B5EF4-FFF2-40B4-BE49-F238E27FC236}">
                <a16:creationId xmlns:a16="http://schemas.microsoft.com/office/drawing/2014/main" id="{DA8ECA00-CBEE-34D6-6026-8A3768A9607D}"/>
              </a:ext>
            </a:extLst>
          </p:cNvPr>
          <p:cNvSpPr>
            <a:spLocks noGrp="1"/>
          </p:cNvSpPr>
          <p:nvPr>
            <p:ph type="sldNum" sz="quarter" idx="12"/>
          </p:nvPr>
        </p:nvSpPr>
        <p:spPr/>
        <p:txBody>
          <a:bodyPr/>
          <a:lstStyle/>
          <a:p>
            <a:fld id="{4AA77E54-165B-A847-AA47-6003AD81C543}" type="slidenum">
              <a:rPr lang="en-PT" smtClean="0"/>
              <a:t>‹#›</a:t>
            </a:fld>
            <a:endParaRPr lang="en-PT"/>
          </a:p>
        </p:txBody>
      </p:sp>
      <p:sp>
        <p:nvSpPr>
          <p:cNvPr id="9" name="Picture Placeholder 8">
            <a:extLst>
              <a:ext uri="{FF2B5EF4-FFF2-40B4-BE49-F238E27FC236}">
                <a16:creationId xmlns:a16="http://schemas.microsoft.com/office/drawing/2014/main" id="{A5DB7D23-8B64-9F78-2851-49DFE3BB933C}"/>
              </a:ext>
            </a:extLst>
          </p:cNvPr>
          <p:cNvSpPr>
            <a:spLocks noGrp="1"/>
          </p:cNvSpPr>
          <p:nvPr>
            <p:ph type="pic" sz="quarter" idx="13"/>
          </p:nvPr>
        </p:nvSpPr>
        <p:spPr>
          <a:xfrm>
            <a:off x="15052773" y="1"/>
            <a:ext cx="9334401" cy="9712326"/>
          </a:xfrm>
          <a:prstGeom prst="rect">
            <a:avLst/>
          </a:prstGeom>
        </p:spPr>
        <p:txBody>
          <a:bodyPr/>
          <a:lstStyle/>
          <a:p>
            <a:endParaRPr lang="en-PT"/>
          </a:p>
        </p:txBody>
      </p:sp>
    </p:spTree>
    <p:extLst>
      <p:ext uri="{BB962C8B-B14F-4D97-AF65-F5344CB8AC3E}">
        <p14:creationId xmlns:p14="http://schemas.microsoft.com/office/powerpoint/2010/main" val="387085337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ullets and Im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A0741-1A7A-30D6-468F-52E8A41B73CD}"/>
              </a:ext>
            </a:extLst>
          </p:cNvPr>
          <p:cNvSpPr>
            <a:spLocks noGrp="1"/>
          </p:cNvSpPr>
          <p:nvPr>
            <p:ph type="title"/>
          </p:nvPr>
        </p:nvSpPr>
        <p:spPr>
          <a:xfrm>
            <a:off x="1676618" y="2075575"/>
            <a:ext cx="10516969" cy="2437590"/>
          </a:xfrm>
          <a:prstGeom prst="rect">
            <a:avLst/>
          </a:prstGeom>
        </p:spPr>
        <p:txBody>
          <a:bodyPr lIns="0" tIns="0" rIns="0" bIns="0">
            <a:spAutoFit/>
          </a:bodyPr>
          <a:lstStyle>
            <a:lvl1pPr>
              <a:defRPr b="1" i="0">
                <a:latin typeface="Figtree SemiBold" pitchFamily="2" charset="0"/>
              </a:defRPr>
            </a:lvl1pPr>
          </a:lstStyle>
          <a:p>
            <a:r>
              <a:rPr lang="en-GB"/>
              <a:t>Click to edit Master title style</a:t>
            </a:r>
            <a:endParaRPr lang="en-PT"/>
          </a:p>
        </p:txBody>
      </p:sp>
      <p:sp>
        <p:nvSpPr>
          <p:cNvPr id="6" name="Slide Number Placeholder 5">
            <a:extLst>
              <a:ext uri="{FF2B5EF4-FFF2-40B4-BE49-F238E27FC236}">
                <a16:creationId xmlns:a16="http://schemas.microsoft.com/office/drawing/2014/main" id="{DA8ECA00-CBEE-34D6-6026-8A3768A9607D}"/>
              </a:ext>
            </a:extLst>
          </p:cNvPr>
          <p:cNvSpPr>
            <a:spLocks noGrp="1"/>
          </p:cNvSpPr>
          <p:nvPr>
            <p:ph type="sldNum" sz="quarter" idx="12"/>
          </p:nvPr>
        </p:nvSpPr>
        <p:spPr/>
        <p:txBody>
          <a:bodyPr/>
          <a:lstStyle/>
          <a:p>
            <a:fld id="{4AA77E54-165B-A847-AA47-6003AD81C543}" type="slidenum">
              <a:rPr lang="en-PT" smtClean="0"/>
              <a:t>‹#›</a:t>
            </a:fld>
            <a:endParaRPr lang="en-PT"/>
          </a:p>
        </p:txBody>
      </p:sp>
      <p:sp>
        <p:nvSpPr>
          <p:cNvPr id="9" name="Picture Placeholder 8">
            <a:extLst>
              <a:ext uri="{FF2B5EF4-FFF2-40B4-BE49-F238E27FC236}">
                <a16:creationId xmlns:a16="http://schemas.microsoft.com/office/drawing/2014/main" id="{A5DB7D23-8B64-9F78-2851-49DFE3BB933C}"/>
              </a:ext>
            </a:extLst>
          </p:cNvPr>
          <p:cNvSpPr>
            <a:spLocks noGrp="1"/>
          </p:cNvSpPr>
          <p:nvPr>
            <p:ph type="pic" sz="quarter" idx="13"/>
          </p:nvPr>
        </p:nvSpPr>
        <p:spPr>
          <a:xfrm>
            <a:off x="13630095" y="0"/>
            <a:ext cx="10757080" cy="13715992"/>
          </a:xfrm>
          <a:prstGeom prst="rect">
            <a:avLst/>
          </a:prstGeom>
        </p:spPr>
        <p:txBody>
          <a:bodyPr/>
          <a:lstStyle/>
          <a:p>
            <a:endParaRPr lang="en-PT"/>
          </a:p>
        </p:txBody>
      </p:sp>
      <p:sp>
        <p:nvSpPr>
          <p:cNvPr id="20" name="Text Placeholder 27">
            <a:extLst>
              <a:ext uri="{FF2B5EF4-FFF2-40B4-BE49-F238E27FC236}">
                <a16:creationId xmlns:a16="http://schemas.microsoft.com/office/drawing/2014/main" id="{B4DA833A-55BD-80AB-0895-3244107D3B69}"/>
              </a:ext>
            </a:extLst>
          </p:cNvPr>
          <p:cNvSpPr>
            <a:spLocks noGrp="1"/>
          </p:cNvSpPr>
          <p:nvPr>
            <p:ph type="body" sz="quarter" idx="20" hasCustomPrompt="1"/>
          </p:nvPr>
        </p:nvSpPr>
        <p:spPr>
          <a:xfrm>
            <a:off x="1679468" y="6146137"/>
            <a:ext cx="2777498" cy="553998"/>
          </a:xfrm>
          <a:prstGeom prst="rect">
            <a:avLst/>
          </a:prstGeom>
        </p:spPr>
        <p:txBody>
          <a:bodyPr lIns="0" tIns="0" rIns="0" bIns="0">
            <a:spAutoFit/>
          </a:bodyPr>
          <a:lstStyle>
            <a:lvl1pPr marL="0" indent="0" algn="l">
              <a:buNone/>
              <a:defRPr sz="4000">
                <a:latin typeface="Figtree" pitchFamily="2" charset="0"/>
              </a:defRPr>
            </a:lvl1pPr>
          </a:lstStyle>
          <a:p>
            <a:pPr lvl="0"/>
            <a:r>
              <a:rPr lang="en-GB"/>
              <a:t>Placeholder</a:t>
            </a:r>
            <a:endParaRPr lang="en-PT"/>
          </a:p>
        </p:txBody>
      </p:sp>
      <p:sp>
        <p:nvSpPr>
          <p:cNvPr id="21" name="Text Placeholder 27">
            <a:extLst>
              <a:ext uri="{FF2B5EF4-FFF2-40B4-BE49-F238E27FC236}">
                <a16:creationId xmlns:a16="http://schemas.microsoft.com/office/drawing/2014/main" id="{18CA57E9-2A66-4FE4-B55E-FC6E65ABB6F5}"/>
              </a:ext>
            </a:extLst>
          </p:cNvPr>
          <p:cNvSpPr>
            <a:spLocks noGrp="1"/>
          </p:cNvSpPr>
          <p:nvPr>
            <p:ph type="body" sz="quarter" idx="21" hasCustomPrompt="1"/>
          </p:nvPr>
        </p:nvSpPr>
        <p:spPr>
          <a:xfrm>
            <a:off x="1679470" y="7144232"/>
            <a:ext cx="8311704" cy="997196"/>
          </a:xfrm>
          <a:prstGeom prst="rect">
            <a:avLst/>
          </a:prstGeom>
        </p:spPr>
        <p:txBody>
          <a:bodyPr lIns="0" tIns="0" rIns="0" bIns="0">
            <a:spAutoFit/>
          </a:bodyPr>
          <a:lstStyle>
            <a:lvl1pPr marL="0" indent="0" algn="l">
              <a:buNone/>
              <a:defRPr sz="2400">
                <a:latin typeface="Figtree" pitchFamily="2" charset="0"/>
              </a:defRPr>
            </a:lvl1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Sed do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a:t>
            </a:r>
            <a:endParaRPr lang="en-PT"/>
          </a:p>
        </p:txBody>
      </p:sp>
      <p:sp>
        <p:nvSpPr>
          <p:cNvPr id="22" name="Text Placeholder 27">
            <a:extLst>
              <a:ext uri="{FF2B5EF4-FFF2-40B4-BE49-F238E27FC236}">
                <a16:creationId xmlns:a16="http://schemas.microsoft.com/office/drawing/2014/main" id="{F2B9EDE2-67B6-808B-AB88-688FBBA25217}"/>
              </a:ext>
            </a:extLst>
          </p:cNvPr>
          <p:cNvSpPr>
            <a:spLocks noGrp="1"/>
          </p:cNvSpPr>
          <p:nvPr>
            <p:ph type="body" sz="quarter" idx="22" hasCustomPrompt="1"/>
          </p:nvPr>
        </p:nvSpPr>
        <p:spPr>
          <a:xfrm>
            <a:off x="1656019" y="9334815"/>
            <a:ext cx="2777498" cy="553998"/>
          </a:xfrm>
          <a:prstGeom prst="rect">
            <a:avLst/>
          </a:prstGeom>
        </p:spPr>
        <p:txBody>
          <a:bodyPr lIns="0" tIns="0" rIns="0" bIns="0">
            <a:spAutoFit/>
          </a:bodyPr>
          <a:lstStyle>
            <a:lvl1pPr marL="0" indent="0" algn="l">
              <a:buNone/>
              <a:defRPr sz="4000">
                <a:latin typeface="Figtree" pitchFamily="2" charset="0"/>
              </a:defRPr>
            </a:lvl1pPr>
          </a:lstStyle>
          <a:p>
            <a:pPr lvl="0"/>
            <a:r>
              <a:rPr lang="en-GB"/>
              <a:t>Placeholder</a:t>
            </a:r>
            <a:endParaRPr lang="en-PT"/>
          </a:p>
        </p:txBody>
      </p:sp>
      <p:sp>
        <p:nvSpPr>
          <p:cNvPr id="23" name="Text Placeholder 27">
            <a:extLst>
              <a:ext uri="{FF2B5EF4-FFF2-40B4-BE49-F238E27FC236}">
                <a16:creationId xmlns:a16="http://schemas.microsoft.com/office/drawing/2014/main" id="{31071515-FD7A-B7D8-00C7-7FCE9F78260C}"/>
              </a:ext>
            </a:extLst>
          </p:cNvPr>
          <p:cNvSpPr>
            <a:spLocks noGrp="1"/>
          </p:cNvSpPr>
          <p:nvPr>
            <p:ph type="body" sz="quarter" idx="23" hasCustomPrompt="1"/>
          </p:nvPr>
        </p:nvSpPr>
        <p:spPr>
          <a:xfrm>
            <a:off x="1656021" y="10332910"/>
            <a:ext cx="8311704" cy="997196"/>
          </a:xfrm>
          <a:prstGeom prst="rect">
            <a:avLst/>
          </a:prstGeom>
        </p:spPr>
        <p:txBody>
          <a:bodyPr lIns="0" tIns="0" rIns="0" bIns="0">
            <a:spAutoFit/>
          </a:bodyPr>
          <a:lstStyle>
            <a:lvl1pPr marL="0" indent="0" algn="l">
              <a:buNone/>
              <a:defRPr sz="2400">
                <a:latin typeface="Figtree" pitchFamily="2" charset="0"/>
              </a:defRPr>
            </a:lvl1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Sed do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a:t>
            </a:r>
            <a:endParaRPr lang="en-PT"/>
          </a:p>
        </p:txBody>
      </p:sp>
    </p:spTree>
    <p:extLst>
      <p:ext uri="{BB962C8B-B14F-4D97-AF65-F5344CB8AC3E}">
        <p14:creationId xmlns:p14="http://schemas.microsoft.com/office/powerpoint/2010/main" val="89019009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g and Content">
    <p:spTree>
      <p:nvGrpSpPr>
        <p:cNvPr id="1" name=""/>
        <p:cNvGrpSpPr/>
        <p:nvPr/>
      </p:nvGrpSpPr>
      <p:grpSpPr>
        <a:xfrm>
          <a:off x="0" y="0"/>
          <a:ext cx="0" cy="0"/>
          <a:chOff x="0" y="0"/>
          <a:chExt cx="0" cy="0"/>
        </a:xfrm>
      </p:grpSpPr>
      <p:sp>
        <p:nvSpPr>
          <p:cNvPr id="26" name="Picture Placeholder 22">
            <a:extLst>
              <a:ext uri="{FF2B5EF4-FFF2-40B4-BE49-F238E27FC236}">
                <a16:creationId xmlns:a16="http://schemas.microsoft.com/office/drawing/2014/main" id="{AA0FB064-C030-A3BF-4543-A08DFB4BE960}"/>
              </a:ext>
            </a:extLst>
          </p:cNvPr>
          <p:cNvSpPr>
            <a:spLocks noGrp="1"/>
          </p:cNvSpPr>
          <p:nvPr>
            <p:ph type="pic" sz="quarter" idx="10"/>
          </p:nvPr>
        </p:nvSpPr>
        <p:spPr>
          <a:xfrm>
            <a:off x="0" y="0"/>
            <a:ext cx="12193588" cy="13716000"/>
          </a:xfrm>
          <a:prstGeom prst="rect">
            <a:avLst/>
          </a:prstGeom>
        </p:spPr>
        <p:txBody>
          <a:bodyPr/>
          <a:lstStyle/>
          <a:p>
            <a:endParaRPr lang="en-PT"/>
          </a:p>
        </p:txBody>
      </p:sp>
      <p:sp>
        <p:nvSpPr>
          <p:cNvPr id="27" name="Title 1">
            <a:extLst>
              <a:ext uri="{FF2B5EF4-FFF2-40B4-BE49-F238E27FC236}">
                <a16:creationId xmlns:a16="http://schemas.microsoft.com/office/drawing/2014/main" id="{5D9CD3E6-E27D-9C52-C6A1-F1EF7742840B}"/>
              </a:ext>
            </a:extLst>
          </p:cNvPr>
          <p:cNvSpPr>
            <a:spLocks noGrp="1"/>
          </p:cNvSpPr>
          <p:nvPr>
            <p:ph type="title"/>
          </p:nvPr>
        </p:nvSpPr>
        <p:spPr>
          <a:xfrm>
            <a:off x="13671498" y="4794921"/>
            <a:ext cx="9086567" cy="2437590"/>
          </a:xfrm>
          <a:prstGeom prst="rect">
            <a:avLst/>
          </a:prstGeom>
        </p:spPr>
        <p:txBody>
          <a:bodyPr lIns="0" tIns="0" rIns="0" bIns="0">
            <a:spAutoFit/>
          </a:bodyPr>
          <a:lstStyle>
            <a:lvl1pPr>
              <a:defRPr b="1" i="0">
                <a:latin typeface="Figtree SemiBold" pitchFamily="2" charset="0"/>
              </a:defRPr>
            </a:lvl1pPr>
          </a:lstStyle>
          <a:p>
            <a:r>
              <a:rPr lang="en-GB"/>
              <a:t>Click to edit Master title style</a:t>
            </a:r>
            <a:endParaRPr lang="en-PT"/>
          </a:p>
        </p:txBody>
      </p:sp>
      <p:sp>
        <p:nvSpPr>
          <p:cNvPr id="28" name="Content Placeholder 2">
            <a:extLst>
              <a:ext uri="{FF2B5EF4-FFF2-40B4-BE49-F238E27FC236}">
                <a16:creationId xmlns:a16="http://schemas.microsoft.com/office/drawing/2014/main" id="{D460883F-A407-DCAC-B90B-12D78AF82B3C}"/>
              </a:ext>
            </a:extLst>
          </p:cNvPr>
          <p:cNvSpPr>
            <a:spLocks noGrp="1"/>
          </p:cNvSpPr>
          <p:nvPr>
            <p:ph idx="1" hasCustomPrompt="1"/>
          </p:nvPr>
        </p:nvSpPr>
        <p:spPr>
          <a:xfrm>
            <a:off x="13671498" y="7702285"/>
            <a:ext cx="8680774" cy="2215991"/>
          </a:xfrm>
          <a:prstGeom prst="rect">
            <a:avLst/>
          </a:prstGeom>
        </p:spPr>
        <p:txBody>
          <a:bodyPr wrap="square" lIns="0" tIns="0" rIns="0" bIns="0">
            <a:spAutoFit/>
          </a:bodyPr>
          <a:lstStyle>
            <a:lvl1pPr marL="0" indent="0">
              <a:buNone/>
              <a:defRPr sz="4000" b="0" i="0">
                <a:latin typeface="Figtree" pitchFamily="2" charset="0"/>
              </a:defRPr>
            </a:lvl1pPr>
            <a:lvl2pPr>
              <a:defRPr>
                <a:latin typeface="Figtree" pitchFamily="2" charset="0"/>
              </a:defRPr>
            </a:lvl2pPr>
            <a:lvl3pPr>
              <a:defRPr>
                <a:latin typeface="Figtree" pitchFamily="2" charset="0"/>
              </a:defRPr>
            </a:lvl3pPr>
            <a:lvl4pPr>
              <a:defRPr>
                <a:latin typeface="Figtree" pitchFamily="2" charset="0"/>
              </a:defRPr>
            </a:lvl4pPr>
            <a:lvl5pPr>
              <a:defRPr>
                <a:latin typeface="Figtree" pitchFamily="2" charset="0"/>
              </a:defRPr>
            </a:lvl5pPr>
          </a:lstStyle>
          <a:p>
            <a:pPr marL="0" marR="0" lvl="0" indent="0" algn="l" defTabSz="1828800" rtl="0" eaLnBrk="1" fontAlgn="auto" latinLnBrk="0" hangingPunct="1">
              <a:lnSpc>
                <a:spcPct val="90000"/>
              </a:lnSpc>
              <a:spcBef>
                <a:spcPts val="2000"/>
              </a:spcBef>
              <a:spcAft>
                <a:spcPts val="0"/>
              </a:spcAft>
              <a:buClrTx/>
              <a:buSzTx/>
              <a:buFont typeface="Arial" panose="020B0604020202020204" pitchFamily="34" charset="0"/>
              <a:buNone/>
              <a:tabLst/>
              <a:defRPr/>
            </a:pPr>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Sed do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a:t>
            </a:r>
            <a:endParaRPr lang="en-PT"/>
          </a:p>
        </p:txBody>
      </p:sp>
    </p:spTree>
    <p:extLst>
      <p:ext uri="{BB962C8B-B14F-4D97-AF65-F5344CB8AC3E}">
        <p14:creationId xmlns:p14="http://schemas.microsoft.com/office/powerpoint/2010/main" val="109594762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Green Divi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C96FAA8-6DF1-6BAB-C635-04A098D85892}"/>
              </a:ext>
            </a:extLst>
          </p:cNvPr>
          <p:cNvSpPr/>
          <p:nvPr userDrawn="1"/>
        </p:nvSpPr>
        <p:spPr>
          <a:xfrm>
            <a:off x="0" y="0"/>
            <a:ext cx="17954005" cy="13716000"/>
          </a:xfrm>
          <a:prstGeom prst="rect">
            <a:avLst/>
          </a:prstGeom>
          <a:solidFill>
            <a:srgbClr val="00C1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T" sz="7200"/>
          </a:p>
        </p:txBody>
      </p:sp>
      <p:sp>
        <p:nvSpPr>
          <p:cNvPr id="2" name="Title 1">
            <a:extLst>
              <a:ext uri="{FF2B5EF4-FFF2-40B4-BE49-F238E27FC236}">
                <a16:creationId xmlns:a16="http://schemas.microsoft.com/office/drawing/2014/main" id="{43116243-3424-5E20-F93E-7E5E0C7A448B}"/>
              </a:ext>
            </a:extLst>
          </p:cNvPr>
          <p:cNvSpPr>
            <a:spLocks noGrp="1"/>
          </p:cNvSpPr>
          <p:nvPr>
            <p:ph type="ctrTitle"/>
          </p:nvPr>
        </p:nvSpPr>
        <p:spPr>
          <a:xfrm>
            <a:off x="1660850" y="5196007"/>
            <a:ext cx="12080385" cy="3323986"/>
          </a:xfrm>
          <a:prstGeom prst="rect">
            <a:avLst/>
          </a:prstGeom>
        </p:spPr>
        <p:txBody>
          <a:bodyPr wrap="square" lIns="0" tIns="0" rIns="0" bIns="0" anchor="b">
            <a:spAutoFit/>
          </a:bodyPr>
          <a:lstStyle>
            <a:lvl1pPr algn="l">
              <a:defRPr sz="12000" b="1" i="0">
                <a:solidFill>
                  <a:srgbClr val="F4F4FF"/>
                </a:solidFill>
                <a:latin typeface="Figtree SemiBold" pitchFamily="2" charset="0"/>
              </a:defRPr>
            </a:lvl1pPr>
          </a:lstStyle>
          <a:p>
            <a:r>
              <a:rPr lang="en-GB"/>
              <a:t>Click to edit Master title style</a:t>
            </a:r>
            <a:endParaRPr lang="en-PT"/>
          </a:p>
        </p:txBody>
      </p:sp>
      <p:sp>
        <p:nvSpPr>
          <p:cNvPr id="3" name="Subtitle 2">
            <a:extLst>
              <a:ext uri="{FF2B5EF4-FFF2-40B4-BE49-F238E27FC236}">
                <a16:creationId xmlns:a16="http://schemas.microsoft.com/office/drawing/2014/main" id="{B203E3AD-9795-2274-E234-C26E11AAB1B1}"/>
              </a:ext>
            </a:extLst>
          </p:cNvPr>
          <p:cNvSpPr>
            <a:spLocks noGrp="1"/>
          </p:cNvSpPr>
          <p:nvPr>
            <p:ph type="subTitle" idx="1"/>
          </p:nvPr>
        </p:nvSpPr>
        <p:spPr>
          <a:xfrm>
            <a:off x="1660851" y="9306143"/>
            <a:ext cx="10911159" cy="664798"/>
          </a:xfrm>
          <a:prstGeom prst="rect">
            <a:avLst/>
          </a:prstGeom>
        </p:spPr>
        <p:txBody>
          <a:bodyPr lIns="0" tIns="0" rIns="0" bIns="0">
            <a:spAutoFit/>
          </a:bodyPr>
          <a:lstStyle>
            <a:lvl1pPr marL="0" indent="0" algn="l">
              <a:buNone/>
              <a:defRPr sz="4800" b="0" i="0">
                <a:solidFill>
                  <a:srgbClr val="F4F4FF"/>
                </a:solidFill>
                <a:latin typeface="Figtree" pitchFamily="2" charset="0"/>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GB"/>
              <a:t>Click to edit Master subtitle style</a:t>
            </a:r>
            <a:endParaRPr lang="en-PT"/>
          </a:p>
        </p:txBody>
      </p:sp>
      <p:sp>
        <p:nvSpPr>
          <p:cNvPr id="6" name="Slide Number Placeholder 5">
            <a:extLst>
              <a:ext uri="{FF2B5EF4-FFF2-40B4-BE49-F238E27FC236}">
                <a16:creationId xmlns:a16="http://schemas.microsoft.com/office/drawing/2014/main" id="{BCEC7000-F164-26AD-B7F8-A71CE4DAE7F4}"/>
              </a:ext>
            </a:extLst>
          </p:cNvPr>
          <p:cNvSpPr>
            <a:spLocks noGrp="1"/>
          </p:cNvSpPr>
          <p:nvPr>
            <p:ph type="sldNum" sz="quarter" idx="12"/>
          </p:nvPr>
        </p:nvSpPr>
        <p:spPr>
          <a:xfrm>
            <a:off x="22463661" y="13190413"/>
            <a:ext cx="246896" cy="246222"/>
          </a:xfrm>
          <a:prstGeom prst="rect">
            <a:avLst/>
          </a:prstGeom>
        </p:spPr>
        <p:txBody>
          <a:bodyPr/>
          <a:lstStyle/>
          <a:p>
            <a:fld id="{4AA77E54-165B-A847-AA47-6003AD81C543}" type="slidenum">
              <a:rPr lang="en-PT" smtClean="0"/>
              <a:t>‹#›</a:t>
            </a:fld>
            <a:endParaRPr lang="en-PT"/>
          </a:p>
        </p:txBody>
      </p:sp>
      <p:sp>
        <p:nvSpPr>
          <p:cNvPr id="11" name="Picture Placeholder 10">
            <a:extLst>
              <a:ext uri="{FF2B5EF4-FFF2-40B4-BE49-F238E27FC236}">
                <a16:creationId xmlns:a16="http://schemas.microsoft.com/office/drawing/2014/main" id="{1905F2B8-EB63-6033-05B3-F5F1EF89D730}"/>
              </a:ext>
            </a:extLst>
          </p:cNvPr>
          <p:cNvSpPr>
            <a:spLocks noGrp="1"/>
          </p:cNvSpPr>
          <p:nvPr>
            <p:ph type="pic" sz="quarter" idx="13"/>
          </p:nvPr>
        </p:nvSpPr>
        <p:spPr>
          <a:xfrm>
            <a:off x="17953788" y="49448"/>
            <a:ext cx="6433388" cy="13716000"/>
          </a:xfrm>
          <a:prstGeom prst="rect">
            <a:avLst/>
          </a:prstGeom>
        </p:spPr>
        <p:txBody>
          <a:bodyPr/>
          <a:lstStyle/>
          <a:p>
            <a:endParaRPr lang="en-PT"/>
          </a:p>
        </p:txBody>
      </p:sp>
      <p:pic>
        <p:nvPicPr>
          <p:cNvPr id="4" name="Picture 3">
            <a:extLst>
              <a:ext uri="{FF2B5EF4-FFF2-40B4-BE49-F238E27FC236}">
                <a16:creationId xmlns:a16="http://schemas.microsoft.com/office/drawing/2014/main" id="{8F409580-271D-08ED-C5BB-4F715828DD8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660850" y="3259653"/>
            <a:ext cx="3218319" cy="1060014"/>
          </a:xfrm>
          <a:prstGeom prst="rect">
            <a:avLst/>
          </a:prstGeom>
        </p:spPr>
      </p:pic>
      <p:sp>
        <p:nvSpPr>
          <p:cNvPr id="5" name="Footer Placeholder 4">
            <a:extLst>
              <a:ext uri="{FF2B5EF4-FFF2-40B4-BE49-F238E27FC236}">
                <a16:creationId xmlns:a16="http://schemas.microsoft.com/office/drawing/2014/main" id="{569094B9-FFAE-C51F-21C7-688D53C5DADB}"/>
              </a:ext>
            </a:extLst>
          </p:cNvPr>
          <p:cNvSpPr>
            <a:spLocks noGrp="1"/>
          </p:cNvSpPr>
          <p:nvPr>
            <p:ph type="ftr" sz="quarter" idx="3"/>
          </p:nvPr>
        </p:nvSpPr>
        <p:spPr>
          <a:xfrm>
            <a:off x="3315599" y="13239861"/>
            <a:ext cx="2994800" cy="246222"/>
          </a:xfrm>
          <a:prstGeom prst="rect">
            <a:avLst/>
          </a:prstGeom>
        </p:spPr>
        <p:txBody>
          <a:bodyPr vert="horz" wrap="none" lIns="0" tIns="0" rIns="0" bIns="0" rtlCol="0" anchor="ctr">
            <a:spAutoFit/>
          </a:bodyPr>
          <a:lstStyle>
            <a:lvl1pPr algn="l">
              <a:defRPr sz="1600">
                <a:solidFill>
                  <a:schemeClr val="bg2"/>
                </a:solidFill>
              </a:defRPr>
            </a:lvl1pPr>
          </a:lstStyle>
          <a:p>
            <a:r>
              <a:rPr lang="en-US">
                <a:latin typeface="Figtree" pitchFamily="2"/>
                <a:ea typeface="Figtree Regular" pitchFamily="34"/>
                <a:cs typeface="Figtree Regular" pitchFamily="34"/>
              </a:rPr>
              <a:t>| Strictly private and confidential</a:t>
            </a:r>
            <a:endParaRPr lang="en-US">
              <a:latin typeface="Figtree" pitchFamily="2"/>
            </a:endParaRPr>
          </a:p>
        </p:txBody>
      </p:sp>
      <p:pic>
        <p:nvPicPr>
          <p:cNvPr id="10" name="Graphic 9">
            <a:extLst>
              <a:ext uri="{FF2B5EF4-FFF2-40B4-BE49-F238E27FC236}">
                <a16:creationId xmlns:a16="http://schemas.microsoft.com/office/drawing/2014/main" id="{6F709CFF-46BD-1D0A-4919-3B154546F157}"/>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698795" y="13119257"/>
            <a:ext cx="2001663" cy="303652"/>
          </a:xfrm>
          <a:prstGeom prst="rect">
            <a:avLst/>
          </a:prstGeom>
        </p:spPr>
      </p:pic>
    </p:spTree>
    <p:extLst>
      <p:ext uri="{BB962C8B-B14F-4D97-AF65-F5344CB8AC3E}">
        <p14:creationId xmlns:p14="http://schemas.microsoft.com/office/powerpoint/2010/main" val="361333628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Dark Green Divi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C96FAA8-6DF1-6BAB-C635-04A098D85892}"/>
              </a:ext>
            </a:extLst>
          </p:cNvPr>
          <p:cNvSpPr/>
          <p:nvPr userDrawn="1"/>
        </p:nvSpPr>
        <p:spPr>
          <a:xfrm>
            <a:off x="0" y="0"/>
            <a:ext cx="17954005" cy="13716000"/>
          </a:xfrm>
          <a:prstGeom prst="rect">
            <a:avLst/>
          </a:prstGeom>
          <a:solidFill>
            <a:srgbClr val="0A363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T" sz="7200"/>
          </a:p>
        </p:txBody>
      </p:sp>
      <p:sp>
        <p:nvSpPr>
          <p:cNvPr id="2" name="Title 1">
            <a:extLst>
              <a:ext uri="{FF2B5EF4-FFF2-40B4-BE49-F238E27FC236}">
                <a16:creationId xmlns:a16="http://schemas.microsoft.com/office/drawing/2014/main" id="{43116243-3424-5E20-F93E-7E5E0C7A448B}"/>
              </a:ext>
            </a:extLst>
          </p:cNvPr>
          <p:cNvSpPr>
            <a:spLocks noGrp="1"/>
          </p:cNvSpPr>
          <p:nvPr>
            <p:ph type="ctrTitle"/>
          </p:nvPr>
        </p:nvSpPr>
        <p:spPr>
          <a:xfrm>
            <a:off x="1660850" y="5196007"/>
            <a:ext cx="12080385" cy="3323986"/>
          </a:xfrm>
          <a:prstGeom prst="rect">
            <a:avLst/>
          </a:prstGeom>
        </p:spPr>
        <p:txBody>
          <a:bodyPr wrap="square" lIns="0" tIns="0" rIns="0" bIns="0" anchor="b">
            <a:spAutoFit/>
          </a:bodyPr>
          <a:lstStyle>
            <a:lvl1pPr algn="l">
              <a:defRPr sz="12000" b="1" i="0">
                <a:solidFill>
                  <a:srgbClr val="F4F4FF"/>
                </a:solidFill>
                <a:latin typeface="Figtree SemiBold" pitchFamily="2" charset="0"/>
              </a:defRPr>
            </a:lvl1pPr>
          </a:lstStyle>
          <a:p>
            <a:r>
              <a:rPr lang="en-GB"/>
              <a:t>Click to edit Master title style</a:t>
            </a:r>
            <a:endParaRPr lang="en-PT"/>
          </a:p>
        </p:txBody>
      </p:sp>
      <p:sp>
        <p:nvSpPr>
          <p:cNvPr id="3" name="Subtitle 2">
            <a:extLst>
              <a:ext uri="{FF2B5EF4-FFF2-40B4-BE49-F238E27FC236}">
                <a16:creationId xmlns:a16="http://schemas.microsoft.com/office/drawing/2014/main" id="{B203E3AD-9795-2274-E234-C26E11AAB1B1}"/>
              </a:ext>
            </a:extLst>
          </p:cNvPr>
          <p:cNvSpPr>
            <a:spLocks noGrp="1"/>
          </p:cNvSpPr>
          <p:nvPr>
            <p:ph type="subTitle" idx="1"/>
          </p:nvPr>
        </p:nvSpPr>
        <p:spPr>
          <a:xfrm>
            <a:off x="1660851" y="9306143"/>
            <a:ext cx="10911159" cy="664798"/>
          </a:xfrm>
          <a:prstGeom prst="rect">
            <a:avLst/>
          </a:prstGeom>
        </p:spPr>
        <p:txBody>
          <a:bodyPr lIns="0" tIns="0" rIns="0" bIns="0">
            <a:spAutoFit/>
          </a:bodyPr>
          <a:lstStyle>
            <a:lvl1pPr marL="0" indent="0" algn="l">
              <a:buNone/>
              <a:defRPr sz="4800">
                <a:solidFill>
                  <a:srgbClr val="F4F4FF"/>
                </a:solidFill>
                <a:latin typeface="Figtree" pitchFamily="2" charset="0"/>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GB"/>
              <a:t>Click to edit Master subtitle style</a:t>
            </a:r>
            <a:endParaRPr lang="en-PT"/>
          </a:p>
        </p:txBody>
      </p:sp>
      <p:sp>
        <p:nvSpPr>
          <p:cNvPr id="6" name="Slide Number Placeholder 5">
            <a:extLst>
              <a:ext uri="{FF2B5EF4-FFF2-40B4-BE49-F238E27FC236}">
                <a16:creationId xmlns:a16="http://schemas.microsoft.com/office/drawing/2014/main" id="{BCEC7000-F164-26AD-B7F8-A71CE4DAE7F4}"/>
              </a:ext>
            </a:extLst>
          </p:cNvPr>
          <p:cNvSpPr>
            <a:spLocks noGrp="1"/>
          </p:cNvSpPr>
          <p:nvPr>
            <p:ph type="sldNum" sz="quarter" idx="12"/>
          </p:nvPr>
        </p:nvSpPr>
        <p:spPr>
          <a:xfrm>
            <a:off x="22463661" y="13190413"/>
            <a:ext cx="246896" cy="246222"/>
          </a:xfrm>
          <a:prstGeom prst="rect">
            <a:avLst/>
          </a:prstGeom>
        </p:spPr>
        <p:txBody>
          <a:bodyPr/>
          <a:lstStyle/>
          <a:p>
            <a:fld id="{4AA77E54-165B-A847-AA47-6003AD81C543}" type="slidenum">
              <a:rPr lang="en-PT" smtClean="0"/>
              <a:t>‹#›</a:t>
            </a:fld>
            <a:endParaRPr lang="en-PT"/>
          </a:p>
        </p:txBody>
      </p:sp>
      <p:sp>
        <p:nvSpPr>
          <p:cNvPr id="11" name="Picture Placeholder 10">
            <a:extLst>
              <a:ext uri="{FF2B5EF4-FFF2-40B4-BE49-F238E27FC236}">
                <a16:creationId xmlns:a16="http://schemas.microsoft.com/office/drawing/2014/main" id="{1905F2B8-EB63-6033-05B3-F5F1EF89D730}"/>
              </a:ext>
            </a:extLst>
          </p:cNvPr>
          <p:cNvSpPr>
            <a:spLocks noGrp="1"/>
          </p:cNvSpPr>
          <p:nvPr>
            <p:ph type="pic" sz="quarter" idx="13"/>
          </p:nvPr>
        </p:nvSpPr>
        <p:spPr>
          <a:xfrm>
            <a:off x="17953788" y="0"/>
            <a:ext cx="6433388" cy="13716000"/>
          </a:xfrm>
          <a:prstGeom prst="rect">
            <a:avLst/>
          </a:prstGeom>
        </p:spPr>
        <p:txBody>
          <a:bodyPr/>
          <a:lstStyle/>
          <a:p>
            <a:endParaRPr lang="en-PT"/>
          </a:p>
        </p:txBody>
      </p:sp>
      <p:pic>
        <p:nvPicPr>
          <p:cNvPr id="8" name="Picture 7">
            <a:extLst>
              <a:ext uri="{FF2B5EF4-FFF2-40B4-BE49-F238E27FC236}">
                <a16:creationId xmlns:a16="http://schemas.microsoft.com/office/drawing/2014/main" id="{C85217BD-266B-8054-CFA4-5D7C5A22BDC7}"/>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660850" y="3286779"/>
            <a:ext cx="3218319" cy="1060014"/>
          </a:xfrm>
          <a:prstGeom prst="rect">
            <a:avLst/>
          </a:prstGeom>
        </p:spPr>
      </p:pic>
      <p:sp>
        <p:nvSpPr>
          <p:cNvPr id="5" name="Footer Placeholder 4">
            <a:extLst>
              <a:ext uri="{FF2B5EF4-FFF2-40B4-BE49-F238E27FC236}">
                <a16:creationId xmlns:a16="http://schemas.microsoft.com/office/drawing/2014/main" id="{42473865-2201-005D-EAC4-C2E273D0E8AB}"/>
              </a:ext>
            </a:extLst>
          </p:cNvPr>
          <p:cNvSpPr>
            <a:spLocks noGrp="1"/>
          </p:cNvSpPr>
          <p:nvPr>
            <p:ph type="ftr" sz="quarter" idx="3"/>
          </p:nvPr>
        </p:nvSpPr>
        <p:spPr>
          <a:xfrm>
            <a:off x="3315597" y="13272299"/>
            <a:ext cx="2231671" cy="184666"/>
          </a:xfrm>
          <a:prstGeom prst="rect">
            <a:avLst/>
          </a:prstGeom>
        </p:spPr>
        <p:txBody>
          <a:bodyPr vert="horz" wrap="none" lIns="0" tIns="0" rIns="0" bIns="0" rtlCol="0" anchor="ctr">
            <a:spAutoFit/>
          </a:bodyPr>
          <a:lstStyle>
            <a:lvl1pPr algn="l">
              <a:defRPr sz="1200">
                <a:solidFill>
                  <a:schemeClr val="bg1"/>
                </a:solidFill>
              </a:defRPr>
            </a:lvl1pPr>
          </a:lstStyle>
          <a:p>
            <a:r>
              <a:rPr lang="en-US">
                <a:latin typeface="Figtree" pitchFamily="2"/>
                <a:ea typeface="Figtree Regular" pitchFamily="34"/>
                <a:cs typeface="Figtree Regular" pitchFamily="34"/>
              </a:rPr>
              <a:t>| Strictly private and confidential</a:t>
            </a:r>
            <a:endParaRPr lang="en-US">
              <a:latin typeface="Figtree" pitchFamily="2"/>
            </a:endParaRPr>
          </a:p>
        </p:txBody>
      </p:sp>
      <p:pic>
        <p:nvPicPr>
          <p:cNvPr id="9" name="Graphic 8">
            <a:extLst>
              <a:ext uri="{FF2B5EF4-FFF2-40B4-BE49-F238E27FC236}">
                <a16:creationId xmlns:a16="http://schemas.microsoft.com/office/drawing/2014/main" id="{3BB3EC58-2441-214A-25C9-FCD91B978F1E}"/>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670225" y="13257284"/>
            <a:ext cx="1415242" cy="214692"/>
          </a:xfrm>
          <a:prstGeom prst="rect">
            <a:avLst/>
          </a:prstGeom>
        </p:spPr>
      </p:pic>
    </p:spTree>
    <p:extLst>
      <p:ext uri="{BB962C8B-B14F-4D97-AF65-F5344CB8AC3E}">
        <p14:creationId xmlns:p14="http://schemas.microsoft.com/office/powerpoint/2010/main" val="82383272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Light Divi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16243-3424-5E20-F93E-7E5E0C7A448B}"/>
              </a:ext>
            </a:extLst>
          </p:cNvPr>
          <p:cNvSpPr>
            <a:spLocks noGrp="1"/>
          </p:cNvSpPr>
          <p:nvPr>
            <p:ph type="ctrTitle"/>
          </p:nvPr>
        </p:nvSpPr>
        <p:spPr>
          <a:xfrm>
            <a:off x="1660850" y="5196007"/>
            <a:ext cx="12080385" cy="3323986"/>
          </a:xfrm>
          <a:prstGeom prst="rect">
            <a:avLst/>
          </a:prstGeom>
        </p:spPr>
        <p:txBody>
          <a:bodyPr wrap="square" lIns="0" tIns="0" rIns="0" bIns="0" anchor="b">
            <a:spAutoFit/>
          </a:bodyPr>
          <a:lstStyle>
            <a:lvl1pPr algn="l">
              <a:defRPr sz="12000" b="1" i="0">
                <a:solidFill>
                  <a:schemeClr val="tx1"/>
                </a:solidFill>
                <a:latin typeface="Figtree SemiBold" pitchFamily="2" charset="0"/>
              </a:defRPr>
            </a:lvl1pPr>
          </a:lstStyle>
          <a:p>
            <a:r>
              <a:rPr lang="en-GB"/>
              <a:t>Click to edit Master title style</a:t>
            </a:r>
            <a:endParaRPr lang="en-PT"/>
          </a:p>
        </p:txBody>
      </p:sp>
      <p:sp>
        <p:nvSpPr>
          <p:cNvPr id="3" name="Subtitle 2">
            <a:extLst>
              <a:ext uri="{FF2B5EF4-FFF2-40B4-BE49-F238E27FC236}">
                <a16:creationId xmlns:a16="http://schemas.microsoft.com/office/drawing/2014/main" id="{B203E3AD-9795-2274-E234-C26E11AAB1B1}"/>
              </a:ext>
            </a:extLst>
          </p:cNvPr>
          <p:cNvSpPr>
            <a:spLocks noGrp="1"/>
          </p:cNvSpPr>
          <p:nvPr>
            <p:ph type="subTitle" idx="1"/>
          </p:nvPr>
        </p:nvSpPr>
        <p:spPr>
          <a:xfrm>
            <a:off x="1660851" y="9306143"/>
            <a:ext cx="10911159" cy="664798"/>
          </a:xfrm>
          <a:prstGeom prst="rect">
            <a:avLst/>
          </a:prstGeom>
        </p:spPr>
        <p:txBody>
          <a:bodyPr lIns="0" tIns="0" rIns="0" bIns="0">
            <a:spAutoFit/>
          </a:bodyPr>
          <a:lstStyle>
            <a:lvl1pPr marL="0" indent="0" algn="l">
              <a:buNone/>
              <a:defRPr sz="4800">
                <a:solidFill>
                  <a:schemeClr val="tx1"/>
                </a:solidFill>
                <a:latin typeface="Figtree" pitchFamily="2" charset="0"/>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GB"/>
              <a:t>Click to edit Master subtitle style</a:t>
            </a:r>
            <a:endParaRPr lang="en-PT"/>
          </a:p>
        </p:txBody>
      </p:sp>
      <p:sp>
        <p:nvSpPr>
          <p:cNvPr id="6" name="Slide Number Placeholder 5">
            <a:extLst>
              <a:ext uri="{FF2B5EF4-FFF2-40B4-BE49-F238E27FC236}">
                <a16:creationId xmlns:a16="http://schemas.microsoft.com/office/drawing/2014/main" id="{BCEC7000-F164-26AD-B7F8-A71CE4DAE7F4}"/>
              </a:ext>
            </a:extLst>
          </p:cNvPr>
          <p:cNvSpPr>
            <a:spLocks noGrp="1"/>
          </p:cNvSpPr>
          <p:nvPr>
            <p:ph type="sldNum" sz="quarter" idx="12"/>
          </p:nvPr>
        </p:nvSpPr>
        <p:spPr>
          <a:xfrm>
            <a:off x="22463661" y="13190413"/>
            <a:ext cx="246896" cy="246222"/>
          </a:xfrm>
          <a:prstGeom prst="rect">
            <a:avLst/>
          </a:prstGeom>
        </p:spPr>
        <p:txBody>
          <a:bodyPr/>
          <a:lstStyle/>
          <a:p>
            <a:fld id="{4AA77E54-165B-A847-AA47-6003AD81C543}" type="slidenum">
              <a:rPr lang="en-PT" smtClean="0"/>
              <a:t>‹#›</a:t>
            </a:fld>
            <a:endParaRPr lang="en-PT"/>
          </a:p>
        </p:txBody>
      </p:sp>
      <p:sp>
        <p:nvSpPr>
          <p:cNvPr id="11" name="Picture Placeholder 10">
            <a:extLst>
              <a:ext uri="{FF2B5EF4-FFF2-40B4-BE49-F238E27FC236}">
                <a16:creationId xmlns:a16="http://schemas.microsoft.com/office/drawing/2014/main" id="{1905F2B8-EB63-6033-05B3-F5F1EF89D730}"/>
              </a:ext>
            </a:extLst>
          </p:cNvPr>
          <p:cNvSpPr>
            <a:spLocks noGrp="1"/>
          </p:cNvSpPr>
          <p:nvPr>
            <p:ph type="pic" sz="quarter" idx="13"/>
          </p:nvPr>
        </p:nvSpPr>
        <p:spPr>
          <a:xfrm>
            <a:off x="17953788" y="0"/>
            <a:ext cx="6433388" cy="13716000"/>
          </a:xfrm>
          <a:prstGeom prst="rect">
            <a:avLst/>
          </a:prstGeom>
        </p:spPr>
        <p:txBody>
          <a:bodyPr/>
          <a:lstStyle/>
          <a:p>
            <a:endParaRPr lang="en-PT"/>
          </a:p>
        </p:txBody>
      </p:sp>
      <p:sp>
        <p:nvSpPr>
          <p:cNvPr id="5" name="Footer Placeholder 4">
            <a:extLst>
              <a:ext uri="{FF2B5EF4-FFF2-40B4-BE49-F238E27FC236}">
                <a16:creationId xmlns:a16="http://schemas.microsoft.com/office/drawing/2014/main" id="{4CF03A65-11C9-119B-8886-D65E621B6607}"/>
              </a:ext>
            </a:extLst>
          </p:cNvPr>
          <p:cNvSpPr>
            <a:spLocks noGrp="1"/>
          </p:cNvSpPr>
          <p:nvPr>
            <p:ph type="ftr" sz="quarter" idx="3"/>
          </p:nvPr>
        </p:nvSpPr>
        <p:spPr>
          <a:xfrm>
            <a:off x="3315599" y="13190413"/>
            <a:ext cx="2994800" cy="246222"/>
          </a:xfrm>
          <a:prstGeom prst="rect">
            <a:avLst/>
          </a:prstGeom>
        </p:spPr>
        <p:txBody>
          <a:bodyPr vert="horz" wrap="none" lIns="0" tIns="0" rIns="0" bIns="0" rtlCol="0" anchor="ctr">
            <a:spAutoFit/>
          </a:bodyPr>
          <a:lstStyle>
            <a:lvl1pPr algn="l">
              <a:defRPr sz="1600">
                <a:solidFill>
                  <a:schemeClr val="tx1">
                    <a:tint val="82000"/>
                  </a:schemeClr>
                </a:solidFill>
              </a:defRPr>
            </a:lvl1pPr>
          </a:lstStyle>
          <a:p>
            <a:r>
              <a:rPr lang="en-US">
                <a:solidFill>
                  <a:srgbClr val="7F7F7F"/>
                </a:solidFill>
                <a:latin typeface="Figtree" pitchFamily="2"/>
                <a:ea typeface="Figtree Regular" pitchFamily="34"/>
                <a:cs typeface="Figtree Regular" pitchFamily="34"/>
              </a:rPr>
              <a:t>| Strictly private and confidential</a:t>
            </a:r>
            <a:endParaRPr lang="en-US">
              <a:solidFill>
                <a:srgbClr val="7F7F7F"/>
              </a:solidFill>
              <a:latin typeface="Figtree" pitchFamily="2"/>
            </a:endParaRPr>
          </a:p>
        </p:txBody>
      </p:sp>
    </p:spTree>
    <p:extLst>
      <p:ext uri="{BB962C8B-B14F-4D97-AF65-F5344CB8AC3E}">
        <p14:creationId xmlns:p14="http://schemas.microsoft.com/office/powerpoint/2010/main" val="20170459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Green Divi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C96FAA8-6DF1-6BAB-C635-04A098D85892}"/>
              </a:ext>
            </a:extLst>
          </p:cNvPr>
          <p:cNvSpPr/>
          <p:nvPr userDrawn="1"/>
        </p:nvSpPr>
        <p:spPr>
          <a:xfrm>
            <a:off x="0" y="0"/>
            <a:ext cx="17954005" cy="13716000"/>
          </a:xfrm>
          <a:prstGeom prst="rect">
            <a:avLst/>
          </a:prstGeom>
          <a:solidFill>
            <a:srgbClr val="00C1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T" sz="7200"/>
          </a:p>
        </p:txBody>
      </p:sp>
      <p:sp>
        <p:nvSpPr>
          <p:cNvPr id="2" name="Title 1">
            <a:extLst>
              <a:ext uri="{FF2B5EF4-FFF2-40B4-BE49-F238E27FC236}">
                <a16:creationId xmlns:a16="http://schemas.microsoft.com/office/drawing/2014/main" id="{43116243-3424-5E20-F93E-7E5E0C7A448B}"/>
              </a:ext>
            </a:extLst>
          </p:cNvPr>
          <p:cNvSpPr>
            <a:spLocks noGrp="1"/>
          </p:cNvSpPr>
          <p:nvPr>
            <p:ph type="ctrTitle"/>
          </p:nvPr>
        </p:nvSpPr>
        <p:spPr>
          <a:xfrm>
            <a:off x="1660850" y="5196007"/>
            <a:ext cx="12080385" cy="3323986"/>
          </a:xfrm>
          <a:prstGeom prst="rect">
            <a:avLst/>
          </a:prstGeom>
        </p:spPr>
        <p:txBody>
          <a:bodyPr wrap="square" lIns="0" tIns="0" rIns="0" bIns="0" anchor="b">
            <a:spAutoFit/>
          </a:bodyPr>
          <a:lstStyle>
            <a:lvl1pPr algn="l">
              <a:defRPr sz="12000" b="1" i="0">
                <a:solidFill>
                  <a:srgbClr val="F4F4FF"/>
                </a:solidFill>
                <a:latin typeface="Figtree SemiBold" pitchFamily="2" charset="0"/>
              </a:defRPr>
            </a:lvl1pPr>
          </a:lstStyle>
          <a:p>
            <a:r>
              <a:rPr lang="en-GB"/>
              <a:t>Click to edit Master title style</a:t>
            </a:r>
            <a:endParaRPr lang="en-PT"/>
          </a:p>
        </p:txBody>
      </p:sp>
      <p:sp>
        <p:nvSpPr>
          <p:cNvPr id="3" name="Subtitle 2">
            <a:extLst>
              <a:ext uri="{FF2B5EF4-FFF2-40B4-BE49-F238E27FC236}">
                <a16:creationId xmlns:a16="http://schemas.microsoft.com/office/drawing/2014/main" id="{B203E3AD-9795-2274-E234-C26E11AAB1B1}"/>
              </a:ext>
            </a:extLst>
          </p:cNvPr>
          <p:cNvSpPr>
            <a:spLocks noGrp="1"/>
          </p:cNvSpPr>
          <p:nvPr>
            <p:ph type="subTitle" idx="1"/>
          </p:nvPr>
        </p:nvSpPr>
        <p:spPr>
          <a:xfrm>
            <a:off x="1660851" y="9306143"/>
            <a:ext cx="10911159" cy="664798"/>
          </a:xfrm>
          <a:prstGeom prst="rect">
            <a:avLst/>
          </a:prstGeom>
        </p:spPr>
        <p:txBody>
          <a:bodyPr lIns="0" tIns="0" rIns="0" bIns="0">
            <a:spAutoFit/>
          </a:bodyPr>
          <a:lstStyle>
            <a:lvl1pPr marL="0" indent="0" algn="l">
              <a:buNone/>
              <a:defRPr sz="4800" b="0" i="0">
                <a:solidFill>
                  <a:srgbClr val="F4F4FF"/>
                </a:solidFill>
                <a:latin typeface="Figtree" pitchFamily="2" charset="0"/>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GB"/>
              <a:t>Click to edit Master subtitle style</a:t>
            </a:r>
            <a:endParaRPr lang="en-PT"/>
          </a:p>
        </p:txBody>
      </p:sp>
      <p:sp>
        <p:nvSpPr>
          <p:cNvPr id="6" name="Slide Number Placeholder 5">
            <a:extLst>
              <a:ext uri="{FF2B5EF4-FFF2-40B4-BE49-F238E27FC236}">
                <a16:creationId xmlns:a16="http://schemas.microsoft.com/office/drawing/2014/main" id="{BCEC7000-F164-26AD-B7F8-A71CE4DAE7F4}"/>
              </a:ext>
            </a:extLst>
          </p:cNvPr>
          <p:cNvSpPr>
            <a:spLocks noGrp="1"/>
          </p:cNvSpPr>
          <p:nvPr>
            <p:ph type="sldNum" sz="quarter" idx="12"/>
          </p:nvPr>
        </p:nvSpPr>
        <p:spPr>
          <a:xfrm>
            <a:off x="22463661" y="13190413"/>
            <a:ext cx="246896" cy="246222"/>
          </a:xfrm>
          <a:prstGeom prst="rect">
            <a:avLst/>
          </a:prstGeom>
        </p:spPr>
        <p:txBody>
          <a:bodyPr/>
          <a:lstStyle/>
          <a:p>
            <a:fld id="{4AA77E54-165B-A847-AA47-6003AD81C543}" type="slidenum">
              <a:rPr lang="en-PT" smtClean="0"/>
              <a:t>‹#›</a:t>
            </a:fld>
            <a:endParaRPr lang="en-PT"/>
          </a:p>
        </p:txBody>
      </p:sp>
      <p:sp>
        <p:nvSpPr>
          <p:cNvPr id="11" name="Picture Placeholder 10">
            <a:extLst>
              <a:ext uri="{FF2B5EF4-FFF2-40B4-BE49-F238E27FC236}">
                <a16:creationId xmlns:a16="http://schemas.microsoft.com/office/drawing/2014/main" id="{1905F2B8-EB63-6033-05B3-F5F1EF89D730}"/>
              </a:ext>
            </a:extLst>
          </p:cNvPr>
          <p:cNvSpPr>
            <a:spLocks noGrp="1"/>
          </p:cNvSpPr>
          <p:nvPr>
            <p:ph type="pic" sz="quarter" idx="13"/>
          </p:nvPr>
        </p:nvSpPr>
        <p:spPr>
          <a:xfrm>
            <a:off x="17953788" y="49448"/>
            <a:ext cx="6433388" cy="13716000"/>
          </a:xfrm>
          <a:prstGeom prst="rect">
            <a:avLst/>
          </a:prstGeom>
        </p:spPr>
        <p:txBody>
          <a:bodyPr/>
          <a:lstStyle/>
          <a:p>
            <a:endParaRPr lang="en-PT"/>
          </a:p>
        </p:txBody>
      </p:sp>
      <p:pic>
        <p:nvPicPr>
          <p:cNvPr id="4" name="Picture 3">
            <a:extLst>
              <a:ext uri="{FF2B5EF4-FFF2-40B4-BE49-F238E27FC236}">
                <a16:creationId xmlns:a16="http://schemas.microsoft.com/office/drawing/2014/main" id="{8F409580-271D-08ED-C5BB-4F715828DD8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660850" y="3259653"/>
            <a:ext cx="3218319" cy="1060014"/>
          </a:xfrm>
          <a:prstGeom prst="rect">
            <a:avLst/>
          </a:prstGeom>
        </p:spPr>
      </p:pic>
      <p:pic>
        <p:nvPicPr>
          <p:cNvPr id="9" name="Graphic 8">
            <a:extLst>
              <a:ext uri="{FF2B5EF4-FFF2-40B4-BE49-F238E27FC236}">
                <a16:creationId xmlns:a16="http://schemas.microsoft.com/office/drawing/2014/main" id="{918BF2F1-419D-1BA8-6441-7BA6A1953FE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670225" y="13257284"/>
            <a:ext cx="1415242" cy="214692"/>
          </a:xfrm>
          <a:prstGeom prst="rect">
            <a:avLst/>
          </a:prstGeom>
        </p:spPr>
      </p:pic>
      <p:sp>
        <p:nvSpPr>
          <p:cNvPr id="10" name="Footer Placeholder 4">
            <a:extLst>
              <a:ext uri="{FF2B5EF4-FFF2-40B4-BE49-F238E27FC236}">
                <a16:creationId xmlns:a16="http://schemas.microsoft.com/office/drawing/2014/main" id="{5AF5811D-FD1B-2ABE-B111-EC99041F3BEA}"/>
              </a:ext>
            </a:extLst>
          </p:cNvPr>
          <p:cNvSpPr>
            <a:spLocks noGrp="1"/>
          </p:cNvSpPr>
          <p:nvPr>
            <p:ph type="ftr" sz="quarter" idx="3"/>
          </p:nvPr>
        </p:nvSpPr>
        <p:spPr>
          <a:xfrm>
            <a:off x="3315599" y="13190413"/>
            <a:ext cx="2994800" cy="246222"/>
          </a:xfrm>
          <a:prstGeom prst="rect">
            <a:avLst/>
          </a:prstGeom>
        </p:spPr>
        <p:txBody>
          <a:bodyPr vert="horz" wrap="none" lIns="0" tIns="0" rIns="0" bIns="0" rtlCol="0" anchor="ctr">
            <a:spAutoFit/>
          </a:bodyPr>
          <a:lstStyle>
            <a:lvl1pPr algn="l">
              <a:defRPr sz="1600">
                <a:solidFill>
                  <a:schemeClr val="tx1">
                    <a:tint val="82000"/>
                  </a:schemeClr>
                </a:solidFill>
              </a:defRPr>
            </a:lvl1pPr>
          </a:lstStyle>
          <a:p>
            <a:r>
              <a:rPr lang="en-US">
                <a:solidFill>
                  <a:srgbClr val="7F7F7F"/>
                </a:solidFill>
                <a:latin typeface="Figtree" pitchFamily="2"/>
                <a:ea typeface="Figtree Regular" pitchFamily="34"/>
                <a:cs typeface="Figtree Regular" pitchFamily="34"/>
              </a:rPr>
              <a:t>| Strictly private and confidential</a:t>
            </a:r>
            <a:endParaRPr lang="en-US">
              <a:solidFill>
                <a:srgbClr val="7F7F7F"/>
              </a:solidFill>
              <a:latin typeface="Figtree" pitchFamily="2"/>
            </a:endParaRPr>
          </a:p>
        </p:txBody>
      </p:sp>
    </p:spTree>
    <p:extLst>
      <p:ext uri="{BB962C8B-B14F-4D97-AF65-F5344CB8AC3E}">
        <p14:creationId xmlns:p14="http://schemas.microsoft.com/office/powerpoint/2010/main" val="267969970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DEFAULT">
    <p:bg>
      <p:bgPr>
        <a:solidFill>
          <a:srgbClr val="FFFFFF"/>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1F0727AA-3B46-B75F-23D4-018B3CA66F9F}"/>
              </a:ext>
            </a:extLst>
          </p:cNvPr>
          <p:cNvSpPr>
            <a:spLocks noGrp="1"/>
          </p:cNvSpPr>
          <p:nvPr>
            <p:ph type="ftr" sz="quarter" idx="3"/>
          </p:nvPr>
        </p:nvSpPr>
        <p:spPr>
          <a:xfrm>
            <a:off x="3315599" y="13190413"/>
            <a:ext cx="2994800" cy="246222"/>
          </a:xfrm>
          <a:prstGeom prst="rect">
            <a:avLst/>
          </a:prstGeom>
        </p:spPr>
        <p:txBody>
          <a:bodyPr vert="horz" wrap="none" lIns="0" tIns="0" rIns="0" bIns="0" rtlCol="0" anchor="ctr">
            <a:spAutoFit/>
          </a:bodyPr>
          <a:lstStyle>
            <a:lvl1pPr algn="l">
              <a:defRPr sz="1600">
                <a:solidFill>
                  <a:schemeClr val="tx1">
                    <a:tint val="82000"/>
                  </a:schemeClr>
                </a:solidFill>
              </a:defRPr>
            </a:lvl1pPr>
          </a:lstStyle>
          <a:p>
            <a:r>
              <a:rPr lang="en-US">
                <a:solidFill>
                  <a:srgbClr val="7F7F7F"/>
                </a:solidFill>
                <a:latin typeface="Figtree" pitchFamily="2"/>
                <a:ea typeface="Figtree Regular" pitchFamily="34"/>
                <a:cs typeface="Figtree Regular" pitchFamily="34"/>
              </a:rPr>
              <a:t>| Strictly private and confidential</a:t>
            </a:r>
            <a:endParaRPr lang="en-US">
              <a:solidFill>
                <a:srgbClr val="7F7F7F"/>
              </a:solidFill>
              <a:latin typeface="Figtree" pitchFamily="2"/>
            </a:endParaRPr>
          </a:p>
        </p:txBody>
      </p:sp>
    </p:spTree>
    <p:extLst>
      <p:ext uri="{BB962C8B-B14F-4D97-AF65-F5344CB8AC3E}">
        <p14:creationId xmlns:p14="http://schemas.microsoft.com/office/powerpoint/2010/main" val="2447199849"/>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svg"/><Relationship Id="rId3" Type="http://schemas.openxmlformats.org/officeDocument/2006/relationships/image" Target="../media/image1.png"/><Relationship Id="rId7" Type="http://schemas.openxmlformats.org/officeDocument/2006/relationships/image" Target="../media/image5.svg"/><Relationship Id="rId12" Type="http://schemas.openxmlformats.org/officeDocument/2006/relationships/image" Target="../media/image10.svg"/><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svg"/><Relationship Id="rId11" Type="http://schemas.openxmlformats.org/officeDocument/2006/relationships/image" Target="../media/image9.svg"/><Relationship Id="rId5" Type="http://schemas.openxmlformats.org/officeDocument/2006/relationships/image" Target="../media/image3.svg"/><Relationship Id="rId15" Type="http://schemas.openxmlformats.org/officeDocument/2006/relationships/image" Target="../media/image13.svg"/><Relationship Id="rId10" Type="http://schemas.openxmlformats.org/officeDocument/2006/relationships/image" Target="../media/image8.svg"/><Relationship Id="rId4" Type="http://schemas.openxmlformats.org/officeDocument/2006/relationships/image" Target="../media/image2.png"/><Relationship Id="rId9" Type="http://schemas.openxmlformats.org/officeDocument/2006/relationships/image" Target="../media/image7.svg"/><Relationship Id="rId14" Type="http://schemas.openxmlformats.org/officeDocument/2006/relationships/image" Target="../media/image12.sv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theme" Target="../theme/theme2.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image" Target="../media/image14.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theme" Target="../theme/theme3.xml"/><Relationship Id="rId2" Type="http://schemas.openxmlformats.org/officeDocument/2006/relationships/slideLayout" Target="../slideLayouts/slideLayout15.xml"/><Relationship Id="rId16" Type="http://schemas.openxmlformats.org/officeDocument/2006/relationships/slideLayout" Target="../slideLayouts/slideLayout29.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32.xml"/><Relationship Id="rId2" Type="http://schemas.openxmlformats.org/officeDocument/2006/relationships/slideLayout" Target="../slideLayouts/slideLayout31.xml"/><Relationship Id="rId1" Type="http://schemas.openxmlformats.org/officeDocument/2006/relationships/slideLayout" Target="../slideLayouts/slideLayout30.xml"/><Relationship Id="rId5" Type="http://schemas.openxmlformats.org/officeDocument/2006/relationships/theme" Target="../theme/theme4.xml"/><Relationship Id="rId4" Type="http://schemas.openxmlformats.org/officeDocument/2006/relationships/slideLayout" Target="../slideLayouts/slideLayout33.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36.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image" Target="../media/image38.svg"/><Relationship Id="rId5" Type="http://schemas.openxmlformats.org/officeDocument/2006/relationships/theme" Target="../theme/theme5.xml"/><Relationship Id="rId4" Type="http://schemas.openxmlformats.org/officeDocument/2006/relationships/slideLayout" Target="../slideLayouts/slideLayout37.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40.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image" Target="../media/image34.png"/><Relationship Id="rId5" Type="http://schemas.openxmlformats.org/officeDocument/2006/relationships/theme" Target="../theme/theme6.xml"/><Relationship Id="rId4"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0A3638"/>
        </a:solidFill>
        <a:effectLst/>
      </p:bgPr>
    </p:bg>
    <p:spTree>
      <p:nvGrpSpPr>
        <p:cNvPr id="1" name=""/>
        <p:cNvGrpSpPr/>
        <p:nvPr/>
      </p:nvGrpSpPr>
      <p:grpSpPr>
        <a:xfrm>
          <a:off x="0" y="0"/>
          <a:ext cx="0" cy="0"/>
          <a:chOff x="0" y="0"/>
          <a:chExt cx="0" cy="0"/>
        </a:xfrm>
      </p:grpSpPr>
      <p:pic>
        <p:nvPicPr>
          <p:cNvPr id="22" name="Image 0" descr=" ">
            <a:extLst>
              <a:ext uri="{FF2B5EF4-FFF2-40B4-BE49-F238E27FC236}">
                <a16:creationId xmlns:a16="http://schemas.microsoft.com/office/drawing/2014/main" id="{0DB94373-FFBE-214B-C27D-E0B703BAF148}"/>
              </a:ext>
            </a:extLst>
          </p:cNvPr>
          <p:cNvPicPr>
            <a:picLocks noChangeAspect="1"/>
          </p:cNvPicPr>
          <p:nvPr userDrawn="1"/>
        </p:nvPicPr>
        <p:blipFill>
          <a:blip r:embed="rId3"/>
          <a:stretch>
            <a:fillRect/>
          </a:stretch>
        </p:blipFill>
        <p:spPr>
          <a:xfrm>
            <a:off x="-30510" y="182660"/>
            <a:ext cx="24444190" cy="13746348"/>
          </a:xfrm>
          <a:prstGeom prst="rect">
            <a:avLst/>
          </a:prstGeom>
        </p:spPr>
      </p:pic>
      <p:grpSp>
        <p:nvGrpSpPr>
          <p:cNvPr id="23" name="Group 22">
            <a:extLst>
              <a:ext uri="{FF2B5EF4-FFF2-40B4-BE49-F238E27FC236}">
                <a16:creationId xmlns:a16="http://schemas.microsoft.com/office/drawing/2014/main" id="{E992A4DB-7DF1-D210-0D42-0D5026D67432}"/>
              </a:ext>
            </a:extLst>
          </p:cNvPr>
          <p:cNvGrpSpPr/>
          <p:nvPr userDrawn="1"/>
        </p:nvGrpSpPr>
        <p:grpSpPr>
          <a:xfrm>
            <a:off x="8928460" y="4893105"/>
            <a:ext cx="6526250" cy="2162730"/>
            <a:chOff x="8648640" y="5677688"/>
            <a:chExt cx="7088627" cy="2349401"/>
          </a:xfrm>
        </p:grpSpPr>
        <p:sp>
          <p:nvSpPr>
            <p:cNvPr id="24" name="Shape 0">
              <a:extLst>
                <a:ext uri="{FF2B5EF4-FFF2-40B4-BE49-F238E27FC236}">
                  <a16:creationId xmlns:a16="http://schemas.microsoft.com/office/drawing/2014/main" id="{743CBBF1-5C45-E49C-D4DE-F17B1DE705A3}"/>
                </a:ext>
              </a:extLst>
            </p:cNvPr>
            <p:cNvSpPr/>
            <p:nvPr userDrawn="1"/>
          </p:nvSpPr>
          <p:spPr>
            <a:xfrm>
              <a:off x="8648640" y="5677688"/>
              <a:ext cx="7088627" cy="2349400"/>
            </a:xfrm>
            <a:prstGeom prst="rect">
              <a:avLst/>
            </a:prstGeom>
            <a:noFill/>
            <a:ln/>
          </p:spPr>
          <p:txBody>
            <a:bodyPr/>
            <a:lstStyle/>
            <a:p>
              <a:endParaRPr lang="en-PT" sz="7200"/>
            </a:p>
          </p:txBody>
        </p:sp>
        <p:pic>
          <p:nvPicPr>
            <p:cNvPr id="25" name="Image 1" descr=" ">
              <a:extLst>
                <a:ext uri="{FF2B5EF4-FFF2-40B4-BE49-F238E27FC236}">
                  <a16:creationId xmlns:a16="http://schemas.microsoft.com/office/drawing/2014/main" id="{D74383B9-F9B1-20AD-EB61-7591370E6006}"/>
                </a:ext>
              </a:extLst>
            </p:cNvPr>
            <p:cNvPicPr>
              <a:picLocks noChangeAspect="1"/>
            </p:cNvPicPr>
            <p:nvPr userDrawn="1"/>
          </p:nvPicPr>
          <p:blipFill>
            <a:blip r:embed="rId4"/>
            <a:stretch>
              <a:fillRect/>
            </a:stretch>
          </p:blipFill>
          <p:spPr>
            <a:xfrm>
              <a:off x="8648640" y="5677688"/>
              <a:ext cx="7088627" cy="2349401"/>
            </a:xfrm>
            <a:prstGeom prst="rect">
              <a:avLst/>
            </a:prstGeom>
          </p:spPr>
        </p:pic>
        <p:pic>
          <p:nvPicPr>
            <p:cNvPr id="26" name="Image 2" descr=" ">
              <a:extLst>
                <a:ext uri="{FF2B5EF4-FFF2-40B4-BE49-F238E27FC236}">
                  <a16:creationId xmlns:a16="http://schemas.microsoft.com/office/drawing/2014/main" id="{08A72748-B1FB-0F0C-74B2-CF1674452847}"/>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410202" y="6038416"/>
              <a:ext cx="722477" cy="1519219"/>
            </a:xfrm>
            <a:prstGeom prst="rect">
              <a:avLst/>
            </a:prstGeom>
          </p:spPr>
        </p:pic>
        <p:pic>
          <p:nvPicPr>
            <p:cNvPr id="27" name="Image 3" descr=" ">
              <a:extLst>
                <a:ext uri="{FF2B5EF4-FFF2-40B4-BE49-F238E27FC236}">
                  <a16:creationId xmlns:a16="http://schemas.microsoft.com/office/drawing/2014/main" id="{F51A7D39-552E-7102-376F-5C22199DD27D}"/>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12899231" y="7123671"/>
              <a:ext cx="848439" cy="630628"/>
            </a:xfrm>
            <a:prstGeom prst="rect">
              <a:avLst/>
            </a:prstGeom>
          </p:spPr>
        </p:pic>
        <p:pic>
          <p:nvPicPr>
            <p:cNvPr id="28" name="Image 4" descr=" ">
              <a:extLst>
                <a:ext uri="{FF2B5EF4-FFF2-40B4-BE49-F238E27FC236}">
                  <a16:creationId xmlns:a16="http://schemas.microsoft.com/office/drawing/2014/main" id="{F541179C-B252-0797-4A44-39B0C8E78571}"/>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13929176" y="7124595"/>
              <a:ext cx="555508" cy="850540"/>
            </a:xfrm>
            <a:prstGeom prst="rect">
              <a:avLst/>
            </a:prstGeom>
          </p:spPr>
        </p:pic>
        <p:pic>
          <p:nvPicPr>
            <p:cNvPr id="29" name="Image 5" descr=" ">
              <a:extLst>
                <a:ext uri="{FF2B5EF4-FFF2-40B4-BE49-F238E27FC236}">
                  <a16:creationId xmlns:a16="http://schemas.microsoft.com/office/drawing/2014/main" id="{196C91D4-4D70-B9BB-C111-5CA66D66148F}"/>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11477881" y="5831427"/>
              <a:ext cx="564712" cy="858385"/>
            </a:xfrm>
            <a:prstGeom prst="rect">
              <a:avLst/>
            </a:prstGeom>
          </p:spPr>
        </p:pic>
        <p:pic>
          <p:nvPicPr>
            <p:cNvPr id="30" name="Image 6" descr=" ">
              <a:extLst>
                <a:ext uri="{FF2B5EF4-FFF2-40B4-BE49-F238E27FC236}">
                  <a16:creationId xmlns:a16="http://schemas.microsoft.com/office/drawing/2014/main" id="{153E6BC3-797D-A2F0-3910-EE12F60E072E}"/>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11477881" y="6915479"/>
              <a:ext cx="655198" cy="857362"/>
            </a:xfrm>
            <a:prstGeom prst="rect">
              <a:avLst/>
            </a:prstGeom>
          </p:spPr>
        </p:pic>
        <p:pic>
          <p:nvPicPr>
            <p:cNvPr id="31" name="Image 7" descr=" ">
              <a:extLst>
                <a:ext uri="{FF2B5EF4-FFF2-40B4-BE49-F238E27FC236}">
                  <a16:creationId xmlns:a16="http://schemas.microsoft.com/office/drawing/2014/main" id="{D8A45F69-5F51-F894-3AFA-703C09242628}"/>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12625465" y="6037783"/>
              <a:ext cx="498835" cy="646081"/>
            </a:xfrm>
            <a:prstGeom prst="rect">
              <a:avLst/>
            </a:prstGeom>
          </p:spPr>
        </p:pic>
        <p:pic>
          <p:nvPicPr>
            <p:cNvPr id="32" name="Image 8" descr=" ">
              <a:extLst>
                <a:ext uri="{FF2B5EF4-FFF2-40B4-BE49-F238E27FC236}">
                  <a16:creationId xmlns:a16="http://schemas.microsoft.com/office/drawing/2014/main" id="{EDACB8FB-5A7A-FEEC-472D-08464875BFE9}"/>
                </a:ext>
              </a:extLst>
            </p:cNvPr>
            <p:cNvPicPr>
              <a:picLocks noChangeAspect="1"/>
            </p:cNvPicPr>
            <p:nvPr userDrawn="1"/>
          </p:nvPicPr>
          <p:blipFill>
            <a:blip>
              <a:extLst>
                <a:ext uri="{96DAC541-7B7A-43D3-8B79-37D633B846F1}">
                  <asvg:svgBlip xmlns:asvg="http://schemas.microsoft.com/office/drawing/2016/SVG/main" r:embed="rId11"/>
                </a:ext>
              </a:extLst>
            </a:blip>
            <a:stretch>
              <a:fillRect/>
            </a:stretch>
          </p:blipFill>
          <p:spPr>
            <a:xfrm>
              <a:off x="12218791" y="7120923"/>
              <a:ext cx="498959" cy="646584"/>
            </a:xfrm>
            <a:prstGeom prst="rect">
              <a:avLst/>
            </a:prstGeom>
          </p:spPr>
        </p:pic>
        <p:pic>
          <p:nvPicPr>
            <p:cNvPr id="33" name="Image 9" descr=" ">
              <a:extLst>
                <a:ext uri="{FF2B5EF4-FFF2-40B4-BE49-F238E27FC236}">
                  <a16:creationId xmlns:a16="http://schemas.microsoft.com/office/drawing/2014/main" id="{7D683264-60D0-F1FE-97F8-D111A5F5C3C2}"/>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14630381" y="7136203"/>
              <a:ext cx="513112" cy="632160"/>
            </a:xfrm>
            <a:prstGeom prst="rect">
              <a:avLst/>
            </a:prstGeom>
          </p:spPr>
        </p:pic>
        <p:pic>
          <p:nvPicPr>
            <p:cNvPr id="34" name="Image 10" descr=" ">
              <a:extLst>
                <a:ext uri="{FF2B5EF4-FFF2-40B4-BE49-F238E27FC236}">
                  <a16:creationId xmlns:a16="http://schemas.microsoft.com/office/drawing/2014/main" id="{A84EC64D-17CA-4036-143B-79515017D7BE}"/>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13777948" y="5866259"/>
              <a:ext cx="382462" cy="819404"/>
            </a:xfrm>
            <a:prstGeom prst="rect">
              <a:avLst/>
            </a:prstGeom>
          </p:spPr>
        </p:pic>
        <p:pic>
          <p:nvPicPr>
            <p:cNvPr id="35" name="Image 11" descr=" ">
              <a:extLst>
                <a:ext uri="{FF2B5EF4-FFF2-40B4-BE49-F238E27FC236}">
                  <a16:creationId xmlns:a16="http://schemas.microsoft.com/office/drawing/2014/main" id="{61D6F536-A4C0-E265-6207-E08D15C7FF56}"/>
                </a:ext>
              </a:extLst>
            </p:cNvPr>
            <p:cNvPicPr>
              <a:picLocks noChangeAspect="1"/>
            </p:cNvPicPr>
            <p:nvPr userDrawn="1"/>
          </p:nvPicPr>
          <p:blipFill>
            <a:blip>
              <a:extLst>
                <a:ext uri="{96DAC541-7B7A-43D3-8B79-37D633B846F1}">
                  <asvg:svgBlip xmlns:asvg="http://schemas.microsoft.com/office/drawing/2016/SVG/main" r:embed="rId14"/>
                </a:ext>
              </a:extLst>
            </a:blip>
            <a:stretch>
              <a:fillRect/>
            </a:stretch>
          </p:blipFill>
          <p:spPr>
            <a:xfrm>
              <a:off x="12165020" y="5865943"/>
              <a:ext cx="382759" cy="819572"/>
            </a:xfrm>
            <a:prstGeom prst="rect">
              <a:avLst/>
            </a:prstGeom>
          </p:spPr>
        </p:pic>
        <p:pic>
          <p:nvPicPr>
            <p:cNvPr id="36" name="Image 12" descr=" ">
              <a:extLst>
                <a:ext uri="{FF2B5EF4-FFF2-40B4-BE49-F238E27FC236}">
                  <a16:creationId xmlns:a16="http://schemas.microsoft.com/office/drawing/2014/main" id="{1227A3F5-AB38-6A52-92C0-CC67896AB4EA}"/>
                </a:ext>
              </a:extLst>
            </p:cNvPr>
            <p:cNvPicPr>
              <a:picLocks noChangeAspect="1"/>
            </p:cNvPicPr>
            <p:nvPr userDrawn="1"/>
          </p:nvPicPr>
          <p:blipFill>
            <a:blip>
              <a:extLst>
                <a:ext uri="{96DAC541-7B7A-43D3-8B79-37D633B846F1}">
                  <asvg:svgBlip xmlns:asvg="http://schemas.microsoft.com/office/drawing/2016/SVG/main" r:embed="rId15"/>
                </a:ext>
              </a:extLst>
            </a:blip>
            <a:stretch>
              <a:fillRect/>
            </a:stretch>
          </p:blipFill>
          <p:spPr>
            <a:xfrm>
              <a:off x="13304045" y="6040692"/>
              <a:ext cx="373692" cy="630696"/>
            </a:xfrm>
            <a:prstGeom prst="rect">
              <a:avLst/>
            </a:prstGeom>
          </p:spPr>
        </p:pic>
      </p:grpSp>
    </p:spTree>
    <p:extLst>
      <p:ext uri="{BB962C8B-B14F-4D97-AF65-F5344CB8AC3E}">
        <p14:creationId xmlns:p14="http://schemas.microsoft.com/office/powerpoint/2010/main" val="2648509429"/>
      </p:ext>
    </p:extLst>
  </p:cSld>
  <p:clrMap bg1="lt1" tx1="dk1" bg2="lt2" tx2="dk2" accent1="accent1" accent2="accent2" accent3="accent3" accent4="accent4" accent5="accent5" accent6="accent6" hlink="hlink" folHlink="folHlink"/>
  <p:sldLayoutIdLst>
    <p:sldLayoutId id="2147483680" r:id="rId1"/>
  </p:sldLayoutIdLst>
  <p:txStyles>
    <p:title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p:titleStyle>
    <p:body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PT"/>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676619" y="730251"/>
            <a:ext cx="21033938" cy="2651126"/>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1676619" y="3651250"/>
            <a:ext cx="21033938" cy="8702676"/>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1676618" y="12712701"/>
            <a:ext cx="5487114" cy="730250"/>
          </a:xfrm>
          <a:prstGeom prst="rect">
            <a:avLst/>
          </a:prstGeom>
        </p:spPr>
        <p:txBody>
          <a:bodyPr vert="horz" lIns="91440" tIns="45720" rIns="91440" bIns="45720" rtlCol="0" anchor="ctr"/>
          <a:lstStyle>
            <a:lvl1pPr algn="l">
              <a:defRPr sz="2400">
                <a:solidFill>
                  <a:schemeClr val="tx1">
                    <a:tint val="82000"/>
                  </a:schemeClr>
                </a:solidFill>
              </a:defRPr>
            </a:lvl1pPr>
          </a:lstStyle>
          <a:p>
            <a:fld id="{C764DE79-268F-4C1A-8933-263129D2AF90}" type="datetimeFigureOut">
              <a:rPr lang="en-US" smtClean="0"/>
              <a:t>10/15/2026</a:t>
            </a:fld>
            <a:endParaRPr lang="en-US"/>
          </a:p>
        </p:txBody>
      </p:sp>
      <p:sp>
        <p:nvSpPr>
          <p:cNvPr id="5" name="Footer Placeholder 4"/>
          <p:cNvSpPr>
            <a:spLocks noGrp="1"/>
          </p:cNvSpPr>
          <p:nvPr>
            <p:ph type="ftr" sz="quarter" idx="3"/>
          </p:nvPr>
        </p:nvSpPr>
        <p:spPr>
          <a:xfrm>
            <a:off x="8078252" y="12712701"/>
            <a:ext cx="8230672" cy="730250"/>
          </a:xfrm>
          <a:prstGeom prst="rect">
            <a:avLst/>
          </a:prstGeom>
        </p:spPr>
        <p:txBody>
          <a:bodyPr vert="horz" lIns="91440" tIns="45720" rIns="91440" bIns="45720" rtlCol="0" anchor="ctr"/>
          <a:lstStyle>
            <a:lvl1pPr algn="ctr">
              <a:defRPr sz="24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17223443" y="12712701"/>
            <a:ext cx="5487114" cy="730250"/>
          </a:xfrm>
          <a:prstGeom prst="rect">
            <a:avLst/>
          </a:prstGeom>
        </p:spPr>
        <p:txBody>
          <a:bodyPr vert="horz" lIns="91440" tIns="45720" rIns="91440" bIns="45720" rtlCol="0" anchor="ctr"/>
          <a:lstStyle>
            <a:lvl1pPr algn="r">
              <a:defRPr sz="2400">
                <a:solidFill>
                  <a:schemeClr val="tx1">
                    <a:tint val="82000"/>
                  </a:schemeClr>
                </a:solidFill>
              </a:defRPr>
            </a:lvl1pPr>
          </a:lstStyle>
          <a:p>
            <a:fld id="{48F63A3B-78C7-47BE-AE5E-E10140E04643}" type="slidenum">
              <a:rPr lang="en-US" dirty="0"/>
              <a:t>‹#›</a:t>
            </a:fld>
            <a:endParaRPr lang="en-US"/>
          </a:p>
        </p:txBody>
      </p:sp>
      <p:pic>
        <p:nvPicPr>
          <p:cNvPr id="8" name="Picture 24">
            <a:extLst>
              <a:ext uri="{FF2B5EF4-FFF2-40B4-BE49-F238E27FC236}">
                <a16:creationId xmlns:a16="http://schemas.microsoft.com/office/drawing/2014/main" id="{A4442BE5-F9DE-B35A-C08B-72DEEF2BC864}"/>
              </a:ext>
            </a:extLst>
          </p:cNvPr>
          <p:cNvPicPr>
            <a:picLocks noChangeAspect="1"/>
          </p:cNvPicPr>
          <p:nvPr userDrawn="1"/>
        </p:nvPicPr>
        <p:blipFill>
          <a:blip r:embed="rId14" cstate="email">
            <a:extLst>
              <a:ext uri="{28A0092B-C50C-407E-A947-70E740481C1C}">
                <a14:useLocalDpi xmlns:a14="http://schemas.microsoft.com/office/drawing/2010/main"/>
              </a:ext>
            </a:extLst>
          </a:blip>
          <a:stretch>
            <a:fillRect/>
          </a:stretch>
        </p:blipFill>
        <p:spPr>
          <a:xfrm>
            <a:off x="1676620" y="13119257"/>
            <a:ext cx="1961930" cy="301611"/>
          </a:xfrm>
          <a:prstGeom prst="rect">
            <a:avLst/>
          </a:prstGeom>
          <a:noFill/>
          <a:ln cap="flat">
            <a:noFill/>
          </a:ln>
        </p:spPr>
      </p:pic>
    </p:spTree>
    <p:extLst>
      <p:ext uri="{BB962C8B-B14F-4D97-AF65-F5344CB8AC3E}">
        <p14:creationId xmlns:p14="http://schemas.microsoft.com/office/powerpoint/2010/main" val="485036082"/>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51" r:id="rId12"/>
  </p:sldLayoutIdLst>
  <p:txStyles>
    <p:title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p:titleStyle>
    <p:body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0119D5C-2DFA-C707-2F7A-107B25FD53D9}"/>
              </a:ext>
            </a:extLst>
          </p:cNvPr>
          <p:cNvSpPr>
            <a:spLocks noChangeAspect="1"/>
          </p:cNvSpPr>
          <p:nvPr userDrawn="1"/>
        </p:nvSpPr>
        <p:spPr>
          <a:xfrm>
            <a:off x="-1389645" y="10932121"/>
            <a:ext cx="954697" cy="77559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7200"/>
          </a:p>
        </p:txBody>
      </p:sp>
      <p:sp>
        <p:nvSpPr>
          <p:cNvPr id="10" name="Rectangle 9">
            <a:extLst>
              <a:ext uri="{FF2B5EF4-FFF2-40B4-BE49-F238E27FC236}">
                <a16:creationId xmlns:a16="http://schemas.microsoft.com/office/drawing/2014/main" id="{E12BEA6E-185B-A1F6-0FDD-7C4F7D85F546}"/>
              </a:ext>
            </a:extLst>
          </p:cNvPr>
          <p:cNvSpPr>
            <a:spLocks noChangeAspect="1"/>
          </p:cNvSpPr>
          <p:nvPr userDrawn="1"/>
        </p:nvSpPr>
        <p:spPr>
          <a:xfrm>
            <a:off x="-1389645" y="1"/>
            <a:ext cx="954697" cy="775590"/>
          </a:xfrm>
          <a:prstGeom prst="rect">
            <a:avLst/>
          </a:prstGeom>
          <a:solidFill>
            <a:srgbClr val="475B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7200"/>
          </a:p>
        </p:txBody>
      </p:sp>
      <p:sp>
        <p:nvSpPr>
          <p:cNvPr id="11" name="Rectangle 10">
            <a:extLst>
              <a:ext uri="{FF2B5EF4-FFF2-40B4-BE49-F238E27FC236}">
                <a16:creationId xmlns:a16="http://schemas.microsoft.com/office/drawing/2014/main" id="{B04C7D62-FBCA-11E0-5EE4-25021D47F55E}"/>
              </a:ext>
            </a:extLst>
          </p:cNvPr>
          <p:cNvSpPr>
            <a:spLocks noChangeAspect="1"/>
          </p:cNvSpPr>
          <p:nvPr userDrawn="1"/>
        </p:nvSpPr>
        <p:spPr>
          <a:xfrm>
            <a:off x="-1389645" y="911011"/>
            <a:ext cx="954697" cy="775590"/>
          </a:xfrm>
          <a:prstGeom prst="rect">
            <a:avLst/>
          </a:prstGeom>
          <a:solidFill>
            <a:srgbClr val="728E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7200"/>
          </a:p>
        </p:txBody>
      </p:sp>
      <p:sp>
        <p:nvSpPr>
          <p:cNvPr id="12" name="Rectangle 11">
            <a:extLst>
              <a:ext uri="{FF2B5EF4-FFF2-40B4-BE49-F238E27FC236}">
                <a16:creationId xmlns:a16="http://schemas.microsoft.com/office/drawing/2014/main" id="{B04F47DA-AF13-9827-DF99-46AF334122FB}"/>
              </a:ext>
            </a:extLst>
          </p:cNvPr>
          <p:cNvSpPr>
            <a:spLocks noChangeAspect="1"/>
          </p:cNvSpPr>
          <p:nvPr userDrawn="1"/>
        </p:nvSpPr>
        <p:spPr>
          <a:xfrm>
            <a:off x="-1389645" y="1822021"/>
            <a:ext cx="954697" cy="775590"/>
          </a:xfrm>
          <a:prstGeom prst="rect">
            <a:avLst/>
          </a:prstGeom>
          <a:solidFill>
            <a:srgbClr val="9EAE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7200"/>
          </a:p>
        </p:txBody>
      </p:sp>
      <p:sp>
        <p:nvSpPr>
          <p:cNvPr id="13" name="Rectangle 12">
            <a:extLst>
              <a:ext uri="{FF2B5EF4-FFF2-40B4-BE49-F238E27FC236}">
                <a16:creationId xmlns:a16="http://schemas.microsoft.com/office/drawing/2014/main" id="{D72E43D5-7854-5478-62A2-E0F6311FB6E2}"/>
              </a:ext>
            </a:extLst>
          </p:cNvPr>
          <p:cNvSpPr>
            <a:spLocks noChangeAspect="1"/>
          </p:cNvSpPr>
          <p:nvPr userDrawn="1"/>
        </p:nvSpPr>
        <p:spPr>
          <a:xfrm>
            <a:off x="-1389645" y="2733031"/>
            <a:ext cx="954697" cy="775590"/>
          </a:xfrm>
          <a:prstGeom prst="rect">
            <a:avLst/>
          </a:prstGeom>
          <a:solidFill>
            <a:srgbClr val="BBC3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7200"/>
          </a:p>
        </p:txBody>
      </p:sp>
      <p:sp>
        <p:nvSpPr>
          <p:cNvPr id="14" name="Rectangle 13">
            <a:extLst>
              <a:ext uri="{FF2B5EF4-FFF2-40B4-BE49-F238E27FC236}">
                <a16:creationId xmlns:a16="http://schemas.microsoft.com/office/drawing/2014/main" id="{596B2D79-5CBF-FA05-8965-769BF8805603}"/>
              </a:ext>
            </a:extLst>
          </p:cNvPr>
          <p:cNvSpPr>
            <a:spLocks noChangeAspect="1"/>
          </p:cNvSpPr>
          <p:nvPr userDrawn="1"/>
        </p:nvSpPr>
        <p:spPr>
          <a:xfrm>
            <a:off x="-1389645" y="3644041"/>
            <a:ext cx="954697" cy="775590"/>
          </a:xfrm>
          <a:prstGeom prst="rect">
            <a:avLst/>
          </a:prstGeom>
          <a:solidFill>
            <a:srgbClr val="0221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7200"/>
          </a:p>
        </p:txBody>
      </p:sp>
      <p:sp>
        <p:nvSpPr>
          <p:cNvPr id="15" name="Rectangle 14">
            <a:extLst>
              <a:ext uri="{FF2B5EF4-FFF2-40B4-BE49-F238E27FC236}">
                <a16:creationId xmlns:a16="http://schemas.microsoft.com/office/drawing/2014/main" id="{47EE139C-DCE3-8AFB-0D47-BA74F64CC264}"/>
              </a:ext>
            </a:extLst>
          </p:cNvPr>
          <p:cNvSpPr>
            <a:spLocks noChangeAspect="1"/>
          </p:cNvSpPr>
          <p:nvPr userDrawn="1"/>
        </p:nvSpPr>
        <p:spPr>
          <a:xfrm>
            <a:off x="-1389645" y="4555051"/>
            <a:ext cx="954697" cy="775590"/>
          </a:xfrm>
          <a:prstGeom prst="rect">
            <a:avLst/>
          </a:prstGeom>
          <a:solidFill>
            <a:srgbClr val="002D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7200"/>
          </a:p>
        </p:txBody>
      </p:sp>
      <p:sp>
        <p:nvSpPr>
          <p:cNvPr id="16" name="Rectangle 15">
            <a:extLst>
              <a:ext uri="{FF2B5EF4-FFF2-40B4-BE49-F238E27FC236}">
                <a16:creationId xmlns:a16="http://schemas.microsoft.com/office/drawing/2014/main" id="{A0D9EC1A-51D1-EFFB-1EDE-23A01821D160}"/>
              </a:ext>
            </a:extLst>
          </p:cNvPr>
          <p:cNvSpPr>
            <a:spLocks noChangeAspect="1"/>
          </p:cNvSpPr>
          <p:nvPr userDrawn="1"/>
        </p:nvSpPr>
        <p:spPr>
          <a:xfrm>
            <a:off x="-1389645" y="5466061"/>
            <a:ext cx="954697" cy="775590"/>
          </a:xfrm>
          <a:prstGeom prst="rect">
            <a:avLst/>
          </a:prstGeom>
          <a:solidFill>
            <a:srgbClr val="3F56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7200"/>
          </a:p>
        </p:txBody>
      </p:sp>
      <p:sp>
        <p:nvSpPr>
          <p:cNvPr id="17" name="Rectangle 16">
            <a:extLst>
              <a:ext uri="{FF2B5EF4-FFF2-40B4-BE49-F238E27FC236}">
                <a16:creationId xmlns:a16="http://schemas.microsoft.com/office/drawing/2014/main" id="{11970804-8C5D-8FC1-F88D-BD52618D8ABE}"/>
              </a:ext>
            </a:extLst>
          </p:cNvPr>
          <p:cNvSpPr>
            <a:spLocks noChangeAspect="1"/>
          </p:cNvSpPr>
          <p:nvPr userDrawn="1"/>
        </p:nvSpPr>
        <p:spPr>
          <a:xfrm>
            <a:off x="-1389645" y="6377071"/>
            <a:ext cx="954697" cy="775590"/>
          </a:xfrm>
          <a:prstGeom prst="rect">
            <a:avLst/>
          </a:prstGeom>
          <a:solidFill>
            <a:srgbClr val="898F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7200"/>
          </a:p>
        </p:txBody>
      </p:sp>
      <p:sp>
        <p:nvSpPr>
          <p:cNvPr id="18" name="Rectangle 17">
            <a:extLst>
              <a:ext uri="{FF2B5EF4-FFF2-40B4-BE49-F238E27FC236}">
                <a16:creationId xmlns:a16="http://schemas.microsoft.com/office/drawing/2014/main" id="{A2F769CB-8288-8858-31AA-25CA6D765824}"/>
              </a:ext>
            </a:extLst>
          </p:cNvPr>
          <p:cNvSpPr>
            <a:spLocks noChangeAspect="1"/>
          </p:cNvSpPr>
          <p:nvPr userDrawn="1"/>
        </p:nvSpPr>
        <p:spPr>
          <a:xfrm>
            <a:off x="-1389645" y="7288081"/>
            <a:ext cx="954697" cy="775590"/>
          </a:xfrm>
          <a:prstGeom prst="rect">
            <a:avLst/>
          </a:prstGeom>
          <a:solidFill>
            <a:srgbClr val="DADAD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7200"/>
          </a:p>
        </p:txBody>
      </p:sp>
      <p:sp>
        <p:nvSpPr>
          <p:cNvPr id="19" name="Rectangle 18">
            <a:extLst>
              <a:ext uri="{FF2B5EF4-FFF2-40B4-BE49-F238E27FC236}">
                <a16:creationId xmlns:a16="http://schemas.microsoft.com/office/drawing/2014/main" id="{7ADE09F8-466D-18D4-F2FE-551E5C4F6581}"/>
              </a:ext>
            </a:extLst>
          </p:cNvPr>
          <p:cNvSpPr>
            <a:spLocks noChangeAspect="1"/>
          </p:cNvSpPr>
          <p:nvPr userDrawn="1"/>
        </p:nvSpPr>
        <p:spPr>
          <a:xfrm>
            <a:off x="-1389645" y="8199091"/>
            <a:ext cx="954697" cy="775590"/>
          </a:xfrm>
          <a:prstGeom prst="rect">
            <a:avLst/>
          </a:prstGeom>
          <a:solidFill>
            <a:srgbClr val="E3E3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7200"/>
          </a:p>
        </p:txBody>
      </p:sp>
      <p:sp>
        <p:nvSpPr>
          <p:cNvPr id="20" name="Rectangle 19">
            <a:extLst>
              <a:ext uri="{FF2B5EF4-FFF2-40B4-BE49-F238E27FC236}">
                <a16:creationId xmlns:a16="http://schemas.microsoft.com/office/drawing/2014/main" id="{644F44FE-A1C1-56AB-71F4-8CA1021E5BE4}"/>
              </a:ext>
            </a:extLst>
          </p:cNvPr>
          <p:cNvSpPr>
            <a:spLocks noChangeAspect="1"/>
          </p:cNvSpPr>
          <p:nvPr userDrawn="1"/>
        </p:nvSpPr>
        <p:spPr>
          <a:xfrm>
            <a:off x="-1389645" y="9110101"/>
            <a:ext cx="954697" cy="77559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7200"/>
          </a:p>
        </p:txBody>
      </p:sp>
      <p:sp>
        <p:nvSpPr>
          <p:cNvPr id="21" name="Rectangle 20">
            <a:extLst>
              <a:ext uri="{FF2B5EF4-FFF2-40B4-BE49-F238E27FC236}">
                <a16:creationId xmlns:a16="http://schemas.microsoft.com/office/drawing/2014/main" id="{2CAC3AC3-6A67-D74F-A1E6-E2C9B621B878}"/>
              </a:ext>
            </a:extLst>
          </p:cNvPr>
          <p:cNvSpPr>
            <a:spLocks noChangeAspect="1"/>
          </p:cNvSpPr>
          <p:nvPr userDrawn="1"/>
        </p:nvSpPr>
        <p:spPr>
          <a:xfrm>
            <a:off x="-1389645" y="10021111"/>
            <a:ext cx="954697" cy="775590"/>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7200"/>
          </a:p>
        </p:txBody>
      </p:sp>
      <p:sp>
        <p:nvSpPr>
          <p:cNvPr id="22" name="Rectangle 21">
            <a:extLst>
              <a:ext uri="{FF2B5EF4-FFF2-40B4-BE49-F238E27FC236}">
                <a16:creationId xmlns:a16="http://schemas.microsoft.com/office/drawing/2014/main" id="{BBF6732D-061B-9A02-4A52-7B75CE48C30E}"/>
              </a:ext>
            </a:extLst>
          </p:cNvPr>
          <p:cNvSpPr>
            <a:spLocks noChangeAspect="1"/>
          </p:cNvSpPr>
          <p:nvPr userDrawn="1"/>
        </p:nvSpPr>
        <p:spPr>
          <a:xfrm>
            <a:off x="-1389645" y="11843131"/>
            <a:ext cx="954697" cy="775590"/>
          </a:xfrm>
          <a:prstGeom prst="rect">
            <a:avLst/>
          </a:prstGeom>
          <a:solidFill>
            <a:srgbClr val="272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7200"/>
          </a:p>
        </p:txBody>
      </p:sp>
      <p:sp>
        <p:nvSpPr>
          <p:cNvPr id="2" name="Slide Number Placeholder 5">
            <a:extLst>
              <a:ext uri="{FF2B5EF4-FFF2-40B4-BE49-F238E27FC236}">
                <a16:creationId xmlns:a16="http://schemas.microsoft.com/office/drawing/2014/main" id="{90EA38D5-B08E-FC5A-6602-5DCD30E368BA}"/>
              </a:ext>
            </a:extLst>
          </p:cNvPr>
          <p:cNvSpPr>
            <a:spLocks noGrp="1"/>
          </p:cNvSpPr>
          <p:nvPr>
            <p:ph type="sldNum" sz="quarter" idx="4"/>
          </p:nvPr>
        </p:nvSpPr>
        <p:spPr>
          <a:xfrm>
            <a:off x="22401427" y="12617451"/>
            <a:ext cx="871912" cy="730250"/>
          </a:xfrm>
          <a:prstGeom prst="rect">
            <a:avLst/>
          </a:prstGeom>
        </p:spPr>
        <p:txBody>
          <a:bodyPr anchor="ctr"/>
          <a:lstStyle>
            <a:lvl1pPr algn="r">
              <a:defRPr sz="2000">
                <a:solidFill>
                  <a:srgbClr val="272726"/>
                </a:solidFill>
                <a:latin typeface="Ubuntu" panose="020B0504030602030204" pitchFamily="34" charset="0"/>
              </a:defRPr>
            </a:lvl1pPr>
          </a:lstStyle>
          <a:p>
            <a:fld id="{5F99CA44-E461-4342-8946-62027848508A}" type="slidenum">
              <a:rPr lang="en-PT" smtClean="0"/>
              <a:pPr/>
              <a:t>‹#›</a:t>
            </a:fld>
            <a:endParaRPr lang="en-PT"/>
          </a:p>
        </p:txBody>
      </p:sp>
    </p:spTree>
    <p:extLst>
      <p:ext uri="{BB962C8B-B14F-4D97-AF65-F5344CB8AC3E}">
        <p14:creationId xmlns:p14="http://schemas.microsoft.com/office/powerpoint/2010/main" val="2484943417"/>
      </p:ext>
    </p:extLst>
  </p:cSld>
  <p:clrMap bg1="lt1" tx1="dk1" bg2="lt2" tx2="dk2" accent1="accent1" accent2="accent2" accent3="accent3" accent4="accent4" accent5="accent5" accent6="accent6" hlink="hlink" folHlink="folHlink"/>
  <p:sldLayoutIdLst>
    <p:sldLayoutId id="2147483753" r:id="rId1"/>
    <p:sldLayoutId id="2147483754" r:id="rId2"/>
    <p:sldLayoutId id="2147483755" r:id="rId3"/>
    <p:sldLayoutId id="2147483756" r:id="rId4"/>
    <p:sldLayoutId id="2147483757" r:id="rId5"/>
    <p:sldLayoutId id="2147483758" r:id="rId6"/>
    <p:sldLayoutId id="2147483759" r:id="rId7"/>
    <p:sldLayoutId id="2147483760" r:id="rId8"/>
    <p:sldLayoutId id="2147483761" r:id="rId9"/>
    <p:sldLayoutId id="2147483798" r:id="rId10"/>
    <p:sldLayoutId id="2147483799" r:id="rId11"/>
    <p:sldLayoutId id="2147483800" r:id="rId12"/>
    <p:sldLayoutId id="2147483801" r:id="rId13"/>
    <p:sldLayoutId id="2147483802" r:id="rId14"/>
    <p:sldLayoutId id="2147483803" r:id="rId15"/>
    <p:sldLayoutId id="2147483804" r:id="rId16"/>
  </p:sldLayoutIdLst>
  <p:hf hdr="0" dt="0"/>
  <p:txStyles>
    <p:titleStyle>
      <a:lvl1pPr algn="l" defTabSz="1828800" rtl="0" eaLnBrk="1" latinLnBrk="0" hangingPunct="1">
        <a:lnSpc>
          <a:spcPct val="90000"/>
        </a:lnSpc>
        <a:spcBef>
          <a:spcPct val="0"/>
        </a:spcBef>
        <a:buNone/>
        <a:defRPr sz="4000" kern="1200">
          <a:solidFill>
            <a:srgbClr val="272726"/>
          </a:solidFill>
          <a:latin typeface="Ubuntu" panose="020B0504030602030204" pitchFamily="34" charset="0"/>
          <a:ea typeface="+mj-ea"/>
          <a:cs typeface="+mj-cs"/>
        </a:defRPr>
      </a:lvl1pPr>
    </p:titleStyle>
    <p:bodyStyle>
      <a:lvl1pPr marL="457200" indent="-457200" algn="l" defTabSz="1828800" rtl="0" eaLnBrk="1" latinLnBrk="0" hangingPunct="1">
        <a:lnSpc>
          <a:spcPct val="90000"/>
        </a:lnSpc>
        <a:spcBef>
          <a:spcPts val="2000"/>
        </a:spcBef>
        <a:buFont typeface="Arial" panose="020B0604020202020204" pitchFamily="34" charset="0"/>
        <a:buChar char="•"/>
        <a:defRPr sz="2800" kern="1200">
          <a:solidFill>
            <a:srgbClr val="272726"/>
          </a:solidFill>
          <a:latin typeface="Ubuntu" panose="020B0504030602030204" pitchFamily="34" charset="0"/>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2800" kern="1200">
          <a:solidFill>
            <a:srgbClr val="272726"/>
          </a:solidFill>
          <a:latin typeface="Ubuntu" panose="020B0504030602030204" pitchFamily="34" charset="0"/>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2800" kern="1200">
          <a:solidFill>
            <a:srgbClr val="272726"/>
          </a:solidFill>
          <a:latin typeface="Ubuntu" panose="020B0504030602030204" pitchFamily="34" charset="0"/>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2800" kern="1200">
          <a:solidFill>
            <a:srgbClr val="272726"/>
          </a:solidFill>
          <a:latin typeface="Ubuntu" panose="020B0504030602030204" pitchFamily="34" charset="0"/>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2800" kern="1200">
          <a:solidFill>
            <a:srgbClr val="272726"/>
          </a:solidFill>
          <a:latin typeface="Ubuntu" panose="020B0504030602030204" pitchFamily="34" charset="0"/>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120">
          <p15:clr>
            <a:srgbClr val="F26B43"/>
          </p15:clr>
        </p15:guide>
        <p15:guide id="3" pos="262">
          <p15:clr>
            <a:srgbClr val="F26B43"/>
          </p15:clr>
        </p15:guide>
        <p15:guide id="4" pos="5955">
          <p15:clr>
            <a:srgbClr val="F26B43"/>
          </p15:clr>
        </p15:guide>
        <p15:guide id="5" orient="horz" pos="3974">
          <p15:clr>
            <a:srgbClr val="F26B43"/>
          </p15:clr>
        </p15:guide>
        <p15:guide id="6" orient="horz" pos="232">
          <p15:clr>
            <a:srgbClr val="F26B43"/>
          </p15:clr>
        </p15:guide>
        <p15:guide id="7" orient="horz" pos="935">
          <p15:clr>
            <a:srgbClr val="F26B43"/>
          </p15:clr>
        </p15:guide>
        <p15:guide id="9" orient="horz" pos="3906">
          <p15:clr>
            <a:srgbClr val="F26B43"/>
          </p15:clr>
        </p15:guide>
        <p15:guide id="11" orient="horz" pos="550">
          <p15:clr>
            <a:srgbClr val="F26B43"/>
          </p15:clr>
        </p15:guide>
        <p15:guide id="12" orient="horz" pos="572">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7686A7-7A23-1BC5-C497-D5D0211B0FB7}"/>
              </a:ext>
            </a:extLst>
          </p:cNvPr>
          <p:cNvSpPr>
            <a:spLocks noGrp="1"/>
          </p:cNvSpPr>
          <p:nvPr>
            <p:ph type="title"/>
          </p:nvPr>
        </p:nvSpPr>
        <p:spPr>
          <a:xfrm>
            <a:off x="1676619" y="730251"/>
            <a:ext cx="21033938" cy="2651126"/>
          </a:xfrm>
          <a:prstGeom prst="rect">
            <a:avLst/>
          </a:prstGeom>
        </p:spPr>
        <p:txBody>
          <a:bodyPr vert="horz" lIns="91440" tIns="45720" rIns="91440" bIns="45720" rtlCol="0" anchor="ctr">
            <a:normAutofit/>
          </a:bodyPr>
          <a:lstStyle/>
          <a:p>
            <a:r>
              <a:rPr lang="en-GB"/>
              <a:t>Click to edit Master title style</a:t>
            </a:r>
            <a:endParaRPr lang="en-PT"/>
          </a:p>
        </p:txBody>
      </p:sp>
      <p:sp>
        <p:nvSpPr>
          <p:cNvPr id="3" name="Text Placeholder 2">
            <a:extLst>
              <a:ext uri="{FF2B5EF4-FFF2-40B4-BE49-F238E27FC236}">
                <a16:creationId xmlns:a16="http://schemas.microsoft.com/office/drawing/2014/main" id="{D9C313DC-AA00-FAFE-BFFF-4544220A0678}"/>
              </a:ext>
            </a:extLst>
          </p:cNvPr>
          <p:cNvSpPr>
            <a:spLocks noGrp="1"/>
          </p:cNvSpPr>
          <p:nvPr>
            <p:ph type="body" idx="1"/>
          </p:nvPr>
        </p:nvSpPr>
        <p:spPr>
          <a:xfrm>
            <a:off x="1676619" y="3651250"/>
            <a:ext cx="21033938" cy="8702676"/>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T"/>
          </a:p>
        </p:txBody>
      </p:sp>
      <p:sp>
        <p:nvSpPr>
          <p:cNvPr id="4" name="Date Placeholder 3">
            <a:extLst>
              <a:ext uri="{FF2B5EF4-FFF2-40B4-BE49-F238E27FC236}">
                <a16:creationId xmlns:a16="http://schemas.microsoft.com/office/drawing/2014/main" id="{DE0D7410-7A43-E71F-E8EE-8BDA7A792E1E}"/>
              </a:ext>
            </a:extLst>
          </p:cNvPr>
          <p:cNvSpPr>
            <a:spLocks noGrp="1"/>
          </p:cNvSpPr>
          <p:nvPr>
            <p:ph type="dt" sz="half" idx="2"/>
          </p:nvPr>
        </p:nvSpPr>
        <p:spPr>
          <a:xfrm>
            <a:off x="1676618" y="12712701"/>
            <a:ext cx="5487114" cy="730250"/>
          </a:xfrm>
          <a:prstGeom prst="rect">
            <a:avLst/>
          </a:prstGeom>
        </p:spPr>
        <p:txBody>
          <a:bodyPr vert="horz" lIns="91440" tIns="45720" rIns="91440" bIns="45720" rtlCol="0" anchor="ctr"/>
          <a:lstStyle>
            <a:lvl1pPr algn="l">
              <a:defRPr sz="2400">
                <a:solidFill>
                  <a:schemeClr val="tx1">
                    <a:tint val="82000"/>
                  </a:schemeClr>
                </a:solidFill>
              </a:defRPr>
            </a:lvl1pPr>
          </a:lstStyle>
          <a:p>
            <a:fld id="{BE98641A-F24B-AF4E-B735-D7FE0A5C91F1}" type="datetimeFigureOut">
              <a:rPr lang="en-PT" smtClean="0"/>
              <a:t>10/15/2026</a:t>
            </a:fld>
            <a:endParaRPr lang="en-PT"/>
          </a:p>
        </p:txBody>
      </p:sp>
      <p:sp>
        <p:nvSpPr>
          <p:cNvPr id="5" name="Footer Placeholder 4">
            <a:extLst>
              <a:ext uri="{FF2B5EF4-FFF2-40B4-BE49-F238E27FC236}">
                <a16:creationId xmlns:a16="http://schemas.microsoft.com/office/drawing/2014/main" id="{E4F5A16A-8170-371C-7ABE-ECEB71DCE445}"/>
              </a:ext>
            </a:extLst>
          </p:cNvPr>
          <p:cNvSpPr>
            <a:spLocks noGrp="1"/>
          </p:cNvSpPr>
          <p:nvPr>
            <p:ph type="ftr" sz="quarter" idx="3"/>
          </p:nvPr>
        </p:nvSpPr>
        <p:spPr>
          <a:xfrm>
            <a:off x="8078252" y="12712701"/>
            <a:ext cx="8230672" cy="730250"/>
          </a:xfrm>
          <a:prstGeom prst="rect">
            <a:avLst/>
          </a:prstGeom>
        </p:spPr>
        <p:txBody>
          <a:bodyPr vert="horz" lIns="91440" tIns="45720" rIns="91440" bIns="45720" rtlCol="0" anchor="ctr"/>
          <a:lstStyle>
            <a:lvl1pPr algn="ctr">
              <a:defRPr sz="2400">
                <a:solidFill>
                  <a:schemeClr val="tx1">
                    <a:tint val="82000"/>
                  </a:schemeClr>
                </a:solidFill>
              </a:defRPr>
            </a:lvl1pPr>
          </a:lstStyle>
          <a:p>
            <a:endParaRPr lang="en-PT"/>
          </a:p>
        </p:txBody>
      </p:sp>
      <p:sp>
        <p:nvSpPr>
          <p:cNvPr id="6" name="Slide Number Placeholder 5">
            <a:extLst>
              <a:ext uri="{FF2B5EF4-FFF2-40B4-BE49-F238E27FC236}">
                <a16:creationId xmlns:a16="http://schemas.microsoft.com/office/drawing/2014/main" id="{A5C4B5D3-08C1-D5AE-B67D-EF1B30A0A99E}"/>
              </a:ext>
            </a:extLst>
          </p:cNvPr>
          <p:cNvSpPr>
            <a:spLocks noGrp="1"/>
          </p:cNvSpPr>
          <p:nvPr>
            <p:ph type="sldNum" sz="quarter" idx="4"/>
          </p:nvPr>
        </p:nvSpPr>
        <p:spPr>
          <a:xfrm>
            <a:off x="17223443" y="12712701"/>
            <a:ext cx="5487114" cy="730250"/>
          </a:xfrm>
          <a:prstGeom prst="rect">
            <a:avLst/>
          </a:prstGeom>
        </p:spPr>
        <p:txBody>
          <a:bodyPr vert="horz" lIns="91440" tIns="45720" rIns="91440" bIns="45720" rtlCol="0" anchor="ctr"/>
          <a:lstStyle>
            <a:lvl1pPr algn="r">
              <a:defRPr sz="2400">
                <a:solidFill>
                  <a:schemeClr val="tx1">
                    <a:tint val="82000"/>
                  </a:schemeClr>
                </a:solidFill>
              </a:defRPr>
            </a:lvl1pPr>
          </a:lstStyle>
          <a:p>
            <a:fld id="{9171FAC3-EC9F-3549-8A2F-7F3E25CDA86E}" type="slidenum">
              <a:rPr lang="en-PT" smtClean="0"/>
              <a:t>‹#›</a:t>
            </a:fld>
            <a:endParaRPr lang="en-PT"/>
          </a:p>
        </p:txBody>
      </p:sp>
    </p:spTree>
    <p:extLst>
      <p:ext uri="{BB962C8B-B14F-4D97-AF65-F5344CB8AC3E}">
        <p14:creationId xmlns:p14="http://schemas.microsoft.com/office/powerpoint/2010/main" val="1620074688"/>
      </p:ext>
    </p:extLst>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9" r:id="rId4"/>
  </p:sldLayoutIdLst>
  <p:txStyles>
    <p:title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p:titleStyle>
    <p:body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PT"/>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8919A9F6-B56F-AD6D-FF08-FA883950CBCC}"/>
              </a:ext>
            </a:extLst>
          </p:cNvPr>
          <p:cNvSpPr>
            <a:spLocks noGrp="1"/>
          </p:cNvSpPr>
          <p:nvPr>
            <p:ph type="sldNum" sz="quarter" idx="4"/>
          </p:nvPr>
        </p:nvSpPr>
        <p:spPr>
          <a:xfrm>
            <a:off x="22463661" y="13190413"/>
            <a:ext cx="246896" cy="246222"/>
          </a:xfrm>
          <a:prstGeom prst="rect">
            <a:avLst/>
          </a:prstGeom>
        </p:spPr>
        <p:txBody>
          <a:bodyPr vert="horz" wrap="none" lIns="0" tIns="0" rIns="0" bIns="0" rtlCol="0" anchor="ctr">
            <a:spAutoFit/>
          </a:bodyPr>
          <a:lstStyle>
            <a:lvl1pPr algn="r">
              <a:defRPr sz="1600">
                <a:solidFill>
                  <a:schemeClr val="tx1">
                    <a:tint val="82000"/>
                  </a:schemeClr>
                </a:solidFill>
              </a:defRPr>
            </a:lvl1pPr>
          </a:lstStyle>
          <a:p>
            <a:fld id="{4AA77E54-165B-A847-AA47-6003AD81C543}" type="slidenum">
              <a:rPr lang="en-PT" smtClean="0"/>
              <a:pPr/>
              <a:t>‹#›</a:t>
            </a:fld>
            <a:endParaRPr lang="en-PT"/>
          </a:p>
        </p:txBody>
      </p:sp>
      <p:sp>
        <p:nvSpPr>
          <p:cNvPr id="2" name="Footer Placeholder 4">
            <a:extLst>
              <a:ext uri="{FF2B5EF4-FFF2-40B4-BE49-F238E27FC236}">
                <a16:creationId xmlns:a16="http://schemas.microsoft.com/office/drawing/2014/main" id="{5D134FFA-B501-A662-2EDF-ECBCF59ED556}"/>
              </a:ext>
            </a:extLst>
          </p:cNvPr>
          <p:cNvSpPr>
            <a:spLocks noGrp="1"/>
          </p:cNvSpPr>
          <p:nvPr>
            <p:ph type="ftr" sz="quarter" idx="3"/>
          </p:nvPr>
        </p:nvSpPr>
        <p:spPr>
          <a:xfrm>
            <a:off x="3315597" y="13270639"/>
            <a:ext cx="2231671" cy="184666"/>
          </a:xfrm>
          <a:prstGeom prst="rect">
            <a:avLst/>
          </a:prstGeom>
        </p:spPr>
        <p:txBody>
          <a:bodyPr vert="horz" wrap="none" lIns="0" tIns="0" rIns="0" bIns="0" rtlCol="0" anchor="ctr">
            <a:spAutoFit/>
          </a:bodyPr>
          <a:lstStyle>
            <a:lvl1pPr algn="l">
              <a:defRPr sz="1200">
                <a:solidFill>
                  <a:schemeClr val="tx1"/>
                </a:solidFill>
              </a:defRPr>
            </a:lvl1pPr>
          </a:lstStyle>
          <a:p>
            <a:r>
              <a:rPr lang="en-US">
                <a:latin typeface="Figtree" pitchFamily="2"/>
                <a:ea typeface="Figtree Regular" pitchFamily="34"/>
                <a:cs typeface="Figtree Regular" pitchFamily="34"/>
              </a:rPr>
              <a:t>| Strictly private and confidential</a:t>
            </a:r>
            <a:endParaRPr lang="en-US">
              <a:latin typeface="Figtree" pitchFamily="2"/>
            </a:endParaRPr>
          </a:p>
        </p:txBody>
      </p:sp>
      <p:pic>
        <p:nvPicPr>
          <p:cNvPr id="3" name="Graphic 2">
            <a:extLst>
              <a:ext uri="{FF2B5EF4-FFF2-40B4-BE49-F238E27FC236}">
                <a16:creationId xmlns:a16="http://schemas.microsoft.com/office/drawing/2014/main" id="{3EFA61DE-289B-106A-E114-EA35030ED4D6}"/>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1698795" y="13119257"/>
            <a:ext cx="2001663" cy="303652"/>
          </a:xfrm>
          <a:prstGeom prst="rect">
            <a:avLst/>
          </a:prstGeom>
        </p:spPr>
      </p:pic>
    </p:spTree>
    <p:extLst>
      <p:ext uri="{BB962C8B-B14F-4D97-AF65-F5344CB8AC3E}">
        <p14:creationId xmlns:p14="http://schemas.microsoft.com/office/powerpoint/2010/main" val="1883857071"/>
      </p:ext>
    </p:extLst>
  </p:cSld>
  <p:clrMap bg1="dk1" tx1="lt1" bg2="dk2" tx2="lt2" accent1="accent1" accent2="accent2" accent3="accent3" accent4="accent4" accent5="accent5" accent6="accent6" hlink="hlink" folHlink="folHlink"/>
  <p:sldLayoutIdLst>
    <p:sldLayoutId id="2147483786" r:id="rId1"/>
    <p:sldLayoutId id="2147483787" r:id="rId2"/>
    <p:sldLayoutId id="2147483788" r:id="rId3"/>
    <p:sldLayoutId id="2147483789" r:id="rId4"/>
  </p:sldLayoutIdLst>
  <p:txStyles>
    <p:title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p:titleStyle>
    <p:body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PT"/>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8" name="Slide Number Placeholder 5">
            <a:extLst>
              <a:ext uri="{FF2B5EF4-FFF2-40B4-BE49-F238E27FC236}">
                <a16:creationId xmlns:a16="http://schemas.microsoft.com/office/drawing/2014/main" id="{D91990A4-9DDF-CACD-FBBF-528BA846C9D7}"/>
              </a:ext>
            </a:extLst>
          </p:cNvPr>
          <p:cNvSpPr>
            <a:spLocks noGrp="1"/>
          </p:cNvSpPr>
          <p:nvPr>
            <p:ph type="sldNum" sz="quarter" idx="4"/>
          </p:nvPr>
        </p:nvSpPr>
        <p:spPr>
          <a:xfrm>
            <a:off x="22463661" y="13190413"/>
            <a:ext cx="246896" cy="246222"/>
          </a:xfrm>
          <a:prstGeom prst="rect">
            <a:avLst/>
          </a:prstGeom>
        </p:spPr>
        <p:txBody>
          <a:bodyPr vert="horz" wrap="none" lIns="0" tIns="0" rIns="0" bIns="0" rtlCol="0" anchor="ctr">
            <a:spAutoFit/>
          </a:bodyPr>
          <a:lstStyle>
            <a:lvl1pPr algn="r">
              <a:defRPr sz="1600">
                <a:solidFill>
                  <a:schemeClr val="tx1">
                    <a:tint val="82000"/>
                  </a:schemeClr>
                </a:solidFill>
              </a:defRPr>
            </a:lvl1pPr>
          </a:lstStyle>
          <a:p>
            <a:fld id="{4AA77E54-165B-A847-AA47-6003AD81C543}" type="slidenum">
              <a:rPr lang="en-PT" smtClean="0"/>
              <a:pPr/>
              <a:t>‹#›</a:t>
            </a:fld>
            <a:endParaRPr lang="en-PT"/>
          </a:p>
        </p:txBody>
      </p:sp>
      <p:pic>
        <p:nvPicPr>
          <p:cNvPr id="19" name="Picture 24">
            <a:extLst>
              <a:ext uri="{FF2B5EF4-FFF2-40B4-BE49-F238E27FC236}">
                <a16:creationId xmlns:a16="http://schemas.microsoft.com/office/drawing/2014/main" id="{290126AE-B33A-05A2-20EF-AF2351D33956}"/>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1676620" y="13206176"/>
            <a:ext cx="1396538" cy="214692"/>
          </a:xfrm>
          <a:prstGeom prst="rect">
            <a:avLst/>
          </a:prstGeom>
          <a:noFill/>
          <a:ln cap="flat">
            <a:noFill/>
          </a:ln>
        </p:spPr>
      </p:pic>
    </p:spTree>
    <p:extLst>
      <p:ext uri="{BB962C8B-B14F-4D97-AF65-F5344CB8AC3E}">
        <p14:creationId xmlns:p14="http://schemas.microsoft.com/office/powerpoint/2010/main" val="2806606238"/>
      </p:ext>
    </p:extLst>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Lst>
  <p:txStyles>
    <p:title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p:titleStyle>
    <p:body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PT"/>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hyperlink" Target="http://www.startcampus.pt/" TargetMode="External"/><Relationship Id="rId3" Type="http://schemas.openxmlformats.org/officeDocument/2006/relationships/image" Target="../media/image41.svg"/><Relationship Id="rId7" Type="http://schemas.openxmlformats.org/officeDocument/2006/relationships/image" Target="../media/image45.jpeg"/><Relationship Id="rId12" Type="http://schemas.openxmlformats.org/officeDocument/2006/relationships/image" Target="../media/image48.jpeg"/><Relationship Id="rId2" Type="http://schemas.openxmlformats.org/officeDocument/2006/relationships/notesSlide" Target="../notesSlides/notesSlide1.xml"/><Relationship Id="rId1" Type="http://schemas.openxmlformats.org/officeDocument/2006/relationships/slideLayout" Target="../slideLayouts/slideLayout39.xml"/><Relationship Id="rId6" Type="http://schemas.openxmlformats.org/officeDocument/2006/relationships/image" Target="../media/image44.svg"/><Relationship Id="rId11" Type="http://schemas.openxmlformats.org/officeDocument/2006/relationships/image" Target="../media/image47.png"/><Relationship Id="rId5" Type="http://schemas.openxmlformats.org/officeDocument/2006/relationships/image" Target="../media/image43.svg"/><Relationship Id="rId10" Type="http://schemas.openxmlformats.org/officeDocument/2006/relationships/image" Target="../media/image46.png"/><Relationship Id="rId4" Type="http://schemas.openxmlformats.org/officeDocument/2006/relationships/image" Target="../media/image42.svg"/><Relationship Id="rId9" Type="http://schemas.openxmlformats.org/officeDocument/2006/relationships/hyperlink" Target="mailto:sales@startcampus.pt" TargetMode="External"/></Relationships>
</file>

<file path=ppt/slides/_rels/slide3.xml.rels><?xml version="1.0" encoding="UTF-8" standalone="yes"?>
<Relationships xmlns="http://schemas.openxmlformats.org/package/2006/relationships"><Relationship Id="rId13" Type="http://schemas.openxmlformats.org/officeDocument/2006/relationships/image" Target="../media/image59.png"/><Relationship Id="rId18" Type="http://schemas.openxmlformats.org/officeDocument/2006/relationships/image" Target="../media/image64.png"/><Relationship Id="rId26" Type="http://schemas.openxmlformats.org/officeDocument/2006/relationships/image" Target="../media/image72.png"/><Relationship Id="rId21" Type="http://schemas.openxmlformats.org/officeDocument/2006/relationships/image" Target="../media/image67.png"/><Relationship Id="rId34" Type="http://schemas.openxmlformats.org/officeDocument/2006/relationships/image" Target="../media/image80.png"/><Relationship Id="rId7" Type="http://schemas.openxmlformats.org/officeDocument/2006/relationships/image" Target="../media/image53.jpeg"/><Relationship Id="rId12" Type="http://schemas.openxmlformats.org/officeDocument/2006/relationships/image" Target="../media/image58.png"/><Relationship Id="rId17" Type="http://schemas.openxmlformats.org/officeDocument/2006/relationships/image" Target="../media/image63.jpeg"/><Relationship Id="rId25" Type="http://schemas.openxmlformats.org/officeDocument/2006/relationships/image" Target="../media/image71.png"/><Relationship Id="rId33" Type="http://schemas.openxmlformats.org/officeDocument/2006/relationships/image" Target="../media/image79.png"/><Relationship Id="rId38" Type="http://schemas.openxmlformats.org/officeDocument/2006/relationships/image" Target="../media/image84.jpeg"/><Relationship Id="rId2" Type="http://schemas.openxmlformats.org/officeDocument/2006/relationships/notesSlide" Target="../notesSlides/notesSlide2.xml"/><Relationship Id="rId16" Type="http://schemas.openxmlformats.org/officeDocument/2006/relationships/image" Target="../media/image62.jpeg"/><Relationship Id="rId20" Type="http://schemas.openxmlformats.org/officeDocument/2006/relationships/image" Target="../media/image66.png"/><Relationship Id="rId29" Type="http://schemas.openxmlformats.org/officeDocument/2006/relationships/image" Target="../media/image75.png"/><Relationship Id="rId1" Type="http://schemas.openxmlformats.org/officeDocument/2006/relationships/slideLayout" Target="../slideLayouts/slideLayout39.xml"/><Relationship Id="rId6" Type="http://schemas.openxmlformats.org/officeDocument/2006/relationships/image" Target="../media/image52.jpeg"/><Relationship Id="rId11" Type="http://schemas.openxmlformats.org/officeDocument/2006/relationships/image" Target="../media/image57.jpeg"/><Relationship Id="rId24" Type="http://schemas.openxmlformats.org/officeDocument/2006/relationships/image" Target="../media/image70.png"/><Relationship Id="rId32" Type="http://schemas.openxmlformats.org/officeDocument/2006/relationships/image" Target="../media/image78.jpeg"/><Relationship Id="rId37" Type="http://schemas.openxmlformats.org/officeDocument/2006/relationships/image" Target="../media/image83.png"/><Relationship Id="rId5" Type="http://schemas.openxmlformats.org/officeDocument/2006/relationships/image" Target="../media/image51.jpeg"/><Relationship Id="rId15" Type="http://schemas.openxmlformats.org/officeDocument/2006/relationships/image" Target="../media/image61.jpeg"/><Relationship Id="rId23" Type="http://schemas.openxmlformats.org/officeDocument/2006/relationships/image" Target="../media/image69.jpeg"/><Relationship Id="rId28" Type="http://schemas.openxmlformats.org/officeDocument/2006/relationships/image" Target="../media/image74.png"/><Relationship Id="rId36" Type="http://schemas.openxmlformats.org/officeDocument/2006/relationships/image" Target="../media/image82.png"/><Relationship Id="rId10" Type="http://schemas.openxmlformats.org/officeDocument/2006/relationships/image" Target="../media/image56.png"/><Relationship Id="rId19" Type="http://schemas.openxmlformats.org/officeDocument/2006/relationships/image" Target="../media/image65.jpeg"/><Relationship Id="rId31" Type="http://schemas.openxmlformats.org/officeDocument/2006/relationships/image" Target="../media/image77.png"/><Relationship Id="rId4" Type="http://schemas.openxmlformats.org/officeDocument/2006/relationships/image" Target="../media/image50.svg"/><Relationship Id="rId9" Type="http://schemas.openxmlformats.org/officeDocument/2006/relationships/image" Target="../media/image55.png"/><Relationship Id="rId14" Type="http://schemas.openxmlformats.org/officeDocument/2006/relationships/image" Target="../media/image60.png"/><Relationship Id="rId22" Type="http://schemas.openxmlformats.org/officeDocument/2006/relationships/image" Target="../media/image68.png"/><Relationship Id="rId27" Type="http://schemas.openxmlformats.org/officeDocument/2006/relationships/image" Target="../media/image73.png"/><Relationship Id="rId30" Type="http://schemas.openxmlformats.org/officeDocument/2006/relationships/image" Target="../media/image76.png"/><Relationship Id="rId35" Type="http://schemas.openxmlformats.org/officeDocument/2006/relationships/image" Target="../media/image81.png"/><Relationship Id="rId8" Type="http://schemas.openxmlformats.org/officeDocument/2006/relationships/image" Target="../media/image54.png"/><Relationship Id="rId3" Type="http://schemas.openxmlformats.org/officeDocument/2006/relationships/image" Target="../media/image49.jpeg"/></Relationships>
</file>

<file path=ppt/slides/_rels/slide4.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image" Target="../media/image88.png"/><Relationship Id="rId3" Type="http://schemas.openxmlformats.org/officeDocument/2006/relationships/tags" Target="../tags/tag4.xml"/><Relationship Id="rId7" Type="http://schemas.openxmlformats.org/officeDocument/2006/relationships/tags" Target="../tags/tag8.xml"/><Relationship Id="rId12" Type="http://schemas.openxmlformats.org/officeDocument/2006/relationships/image" Target="../media/image87.png"/><Relationship Id="rId2" Type="http://schemas.openxmlformats.org/officeDocument/2006/relationships/tags" Target="../tags/tag3.xml"/><Relationship Id="rId16" Type="http://schemas.openxmlformats.org/officeDocument/2006/relationships/image" Target="../media/image91.png"/><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image" Target="../media/image86.jpeg"/><Relationship Id="rId5" Type="http://schemas.openxmlformats.org/officeDocument/2006/relationships/tags" Target="../tags/tag6.xml"/><Relationship Id="rId15" Type="http://schemas.openxmlformats.org/officeDocument/2006/relationships/image" Target="../media/image90.jpeg"/><Relationship Id="rId10" Type="http://schemas.openxmlformats.org/officeDocument/2006/relationships/image" Target="../media/image85.png"/><Relationship Id="rId4" Type="http://schemas.openxmlformats.org/officeDocument/2006/relationships/tags" Target="../tags/tag5.xml"/><Relationship Id="rId9" Type="http://schemas.openxmlformats.org/officeDocument/2006/relationships/slideLayout" Target="../slideLayouts/slideLayout20.xml"/><Relationship Id="rId14" Type="http://schemas.openxmlformats.org/officeDocument/2006/relationships/image" Target="../media/image89.svg"/></Relationships>
</file>

<file path=ppt/slides/_rels/slide5.xml.rels><?xml version="1.0" encoding="UTF-8" standalone="yes"?>
<Relationships xmlns="http://schemas.openxmlformats.org/package/2006/relationships"><Relationship Id="rId2" Type="http://schemas.openxmlformats.org/officeDocument/2006/relationships/image" Target="../media/image92.jpeg"/><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2" Type="http://schemas.openxmlformats.org/officeDocument/2006/relationships/image" Target="../media/image93.jpeg"/><Relationship Id="rId1" Type="http://schemas.openxmlformats.org/officeDocument/2006/relationships/slideLayout" Target="../slideLayouts/slideLayout37.xml"/></Relationships>
</file>

<file path=ppt/slides/_rels/slide7.xml.rels><?xml version="1.0" encoding="UTF-8" standalone="yes"?>
<Relationships xmlns="http://schemas.openxmlformats.org/package/2006/relationships"><Relationship Id="rId8" Type="http://schemas.openxmlformats.org/officeDocument/2006/relationships/image" Target="../media/image99.emf"/><Relationship Id="rId3" Type="http://schemas.openxmlformats.org/officeDocument/2006/relationships/image" Target="../media/image94.png"/><Relationship Id="rId7" Type="http://schemas.openxmlformats.org/officeDocument/2006/relationships/image" Target="../media/image98.emf"/><Relationship Id="rId2" Type="http://schemas.microsoft.com/office/2018/10/relationships/comments" Target="../comments/modernComment_7FB47D50_81030F52.xml"/><Relationship Id="rId1" Type="http://schemas.openxmlformats.org/officeDocument/2006/relationships/slideLayout" Target="../slideLayouts/slideLayout20.xml"/><Relationship Id="rId6" Type="http://schemas.openxmlformats.org/officeDocument/2006/relationships/image" Target="../media/image97.png"/><Relationship Id="rId5" Type="http://schemas.openxmlformats.org/officeDocument/2006/relationships/image" Target="../media/image96.emf"/><Relationship Id="rId10" Type="http://schemas.openxmlformats.org/officeDocument/2006/relationships/image" Target="../media/image101.png"/><Relationship Id="rId4" Type="http://schemas.openxmlformats.org/officeDocument/2006/relationships/image" Target="../media/image95.png"/><Relationship Id="rId9" Type="http://schemas.openxmlformats.org/officeDocument/2006/relationships/image" Target="../media/image100.png"/></Relationships>
</file>

<file path=ppt/slides/_rels/slide8.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image" Target="../media/image102.svg"/><Relationship Id="rId1" Type="http://schemas.openxmlformats.org/officeDocument/2006/relationships/slideLayout" Target="../slideLayouts/slideLayout20.xml"/><Relationship Id="rId6" Type="http://schemas.openxmlformats.org/officeDocument/2006/relationships/image" Target="../media/image106.jpeg"/><Relationship Id="rId5" Type="http://schemas.openxmlformats.org/officeDocument/2006/relationships/image" Target="../media/image105.jpeg"/><Relationship Id="rId4" Type="http://schemas.openxmlformats.org/officeDocument/2006/relationships/image" Target="../media/image104.jpeg"/></Relationships>
</file>

<file path=ppt/slides/_rels/slide9.xml.rels><?xml version="1.0" encoding="UTF-8" standalone="yes"?>
<Relationships xmlns="http://schemas.openxmlformats.org/package/2006/relationships"><Relationship Id="rId3" Type="http://schemas.openxmlformats.org/officeDocument/2006/relationships/image" Target="../media/image107.png"/><Relationship Id="rId7" Type="http://schemas.openxmlformats.org/officeDocument/2006/relationships/image" Target="../media/image111.svg"/><Relationship Id="rId2" Type="http://schemas.openxmlformats.org/officeDocument/2006/relationships/notesSlide" Target="../notesSlides/notesSlide3.xml"/><Relationship Id="rId1" Type="http://schemas.openxmlformats.org/officeDocument/2006/relationships/slideLayout" Target="../slideLayouts/slideLayout19.xml"/><Relationship Id="rId6" Type="http://schemas.openxmlformats.org/officeDocument/2006/relationships/image" Target="../media/image110.png"/><Relationship Id="rId5" Type="http://schemas.openxmlformats.org/officeDocument/2006/relationships/image" Target="../media/image109.png"/><Relationship Id="rId4" Type="http://schemas.openxmlformats.org/officeDocument/2006/relationships/image" Target="../media/image108.png"/></Relationships>
</file>

<file path=ppt/slides/_rels/slide10.xml.rels><?xml version="1.0" encoding="UTF-8" standalone="yes"?>
<Relationships xmlns="http://schemas.openxmlformats.org/package/2006/relationships"><Relationship Id="rId3" Type="http://schemas.openxmlformats.org/officeDocument/2006/relationships/image" Target="../media/image112.svg"/><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image" Target="../media/image115.png"/><Relationship Id="rId5" Type="http://schemas.openxmlformats.org/officeDocument/2006/relationships/image" Target="../media/image114.png"/><Relationship Id="rId4" Type="http://schemas.openxmlformats.org/officeDocument/2006/relationships/image" Target="../media/image11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5FF89C3-3FDE-A98A-2201-3F623F0EDE0A}"/>
              </a:ext>
            </a:extLst>
          </p:cNvPr>
          <p:cNvSpPr txBox="1"/>
          <p:nvPr/>
        </p:nvSpPr>
        <p:spPr>
          <a:xfrm>
            <a:off x="7344989" y="7646908"/>
            <a:ext cx="9697197" cy="646331"/>
          </a:xfrm>
          <a:prstGeom prst="rect">
            <a:avLst/>
          </a:prstGeom>
          <a:noFill/>
        </p:spPr>
        <p:txBody>
          <a:bodyPr wrap="square">
            <a:spAutoFit/>
          </a:bodyPr>
          <a:lstStyle/>
          <a:p>
            <a:pPr algn="ctr"/>
            <a:r>
              <a:rPr lang="en-US">
                <a:solidFill>
                  <a:schemeClr val="bg1"/>
                </a:solidFill>
                <a:latin typeface="Figtree Medium" pitchFamily="2" charset="0"/>
              </a:rPr>
              <a:t>Delivering</a:t>
            </a:r>
            <a:r>
              <a:rPr lang="tr-TR">
                <a:solidFill>
                  <a:schemeClr val="bg1"/>
                </a:solidFill>
                <a:latin typeface="Figtree Medium" pitchFamily="2" charset="0"/>
              </a:rPr>
              <a:t> </a:t>
            </a:r>
            <a:r>
              <a:rPr lang="en-US">
                <a:solidFill>
                  <a:srgbClr val="00C159"/>
                </a:solidFill>
                <a:latin typeface="Figtree Medium" pitchFamily="2" charset="0"/>
              </a:rPr>
              <a:t>Sustainable </a:t>
            </a:r>
            <a:r>
              <a:rPr lang="tr-TR">
                <a:solidFill>
                  <a:srgbClr val="00C159"/>
                </a:solidFill>
                <a:latin typeface="Figtree Medium" pitchFamily="2" charset="0"/>
              </a:rPr>
              <a:t>AI-Scale</a:t>
            </a:r>
            <a:r>
              <a:rPr lang="tr-TR">
                <a:solidFill>
                  <a:schemeClr val="bg1"/>
                </a:solidFill>
                <a:latin typeface="Figtree Medium" pitchFamily="2" charset="0"/>
              </a:rPr>
              <a:t> Data Centers</a:t>
            </a:r>
            <a:endParaRPr lang="en-GB">
              <a:solidFill>
                <a:schemeClr val="bg1"/>
              </a:solidFill>
              <a:latin typeface="Figtree Medium" pitchFamily="2" charset="0"/>
            </a:endParaRPr>
          </a:p>
        </p:txBody>
      </p:sp>
      <p:sp>
        <p:nvSpPr>
          <p:cNvPr id="4" name="TextBox 3">
            <a:extLst>
              <a:ext uri="{FF2B5EF4-FFF2-40B4-BE49-F238E27FC236}">
                <a16:creationId xmlns:a16="http://schemas.microsoft.com/office/drawing/2014/main" id="{975817C4-5EFC-E1CA-E0A5-0FBCA0818050}"/>
              </a:ext>
            </a:extLst>
          </p:cNvPr>
          <p:cNvSpPr txBox="1"/>
          <p:nvPr/>
        </p:nvSpPr>
        <p:spPr>
          <a:xfrm>
            <a:off x="5003858" y="10470383"/>
            <a:ext cx="14379457" cy="1077218"/>
          </a:xfrm>
          <a:prstGeom prst="rect">
            <a:avLst/>
          </a:prstGeom>
          <a:noFill/>
        </p:spPr>
        <p:txBody>
          <a:bodyPr wrap="square">
            <a:spAutoFit/>
          </a:bodyPr>
          <a:lstStyle/>
          <a:p>
            <a:pPr algn="ctr"/>
            <a:r>
              <a:rPr lang="en-US" sz="3200" dirty="0">
                <a:solidFill>
                  <a:schemeClr val="bg1"/>
                </a:solidFill>
                <a:latin typeface="Figtree" pitchFamily="2" charset="0"/>
              </a:rPr>
              <a:t>Introduction to Start Campus and SINES DC</a:t>
            </a:r>
            <a:br>
              <a:rPr lang="en-US" sz="3200" dirty="0">
                <a:solidFill>
                  <a:schemeClr val="bg1"/>
                </a:solidFill>
                <a:latin typeface="Figtree" pitchFamily="2" charset="0"/>
              </a:rPr>
            </a:br>
            <a:r>
              <a:rPr lang="en-US" sz="3200" dirty="0">
                <a:solidFill>
                  <a:schemeClr val="bg1"/>
                </a:solidFill>
                <a:latin typeface="Figtree" pitchFamily="2" charset="0"/>
              </a:rPr>
              <a:t>October 2025</a:t>
            </a:r>
          </a:p>
        </p:txBody>
      </p:sp>
    </p:spTree>
    <p:extLst>
      <p:ext uri="{BB962C8B-B14F-4D97-AF65-F5344CB8AC3E}">
        <p14:creationId xmlns:p14="http://schemas.microsoft.com/office/powerpoint/2010/main" val="35362222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A9B5DF9-CD39-1243-9638-E5825C275A13}"/>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C015973C-96BE-0DF5-DF4F-8F0631A126CD}"/>
              </a:ext>
            </a:extLst>
          </p:cNvPr>
          <p:cNvSpPr/>
          <p:nvPr/>
        </p:nvSpPr>
        <p:spPr>
          <a:xfrm>
            <a:off x="1587" y="-103656"/>
            <a:ext cx="8889356" cy="13819656"/>
          </a:xfrm>
          <a:prstGeom prst="rect">
            <a:avLst/>
          </a:prstGeom>
          <a:solidFill>
            <a:srgbClr val="EDEB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828800" rtl="0" eaLnBrk="1" fontAlgn="auto" latinLnBrk="0" hangingPunct="1">
              <a:lnSpc>
                <a:spcPct val="100000"/>
              </a:lnSpc>
              <a:spcBef>
                <a:spcPts val="0"/>
              </a:spcBef>
              <a:spcAft>
                <a:spcPts val="0"/>
              </a:spcAft>
              <a:buClrTx/>
              <a:buSzTx/>
              <a:buFontTx/>
              <a:buNone/>
              <a:tabLst/>
              <a:defRPr/>
            </a:pPr>
            <a:endParaRPr kumimoji="0" lang="en-GB" sz="3600" b="0" i="0" u="none" strike="noStrike" kern="1200" cap="none" spc="0" normalizeH="0" baseline="0" noProof="0">
              <a:ln>
                <a:noFill/>
              </a:ln>
              <a:solidFill>
                <a:srgbClr val="F4F4FF"/>
              </a:solidFill>
              <a:effectLst/>
              <a:uLnTx/>
              <a:uFillTx/>
              <a:latin typeface="Gill Sans MT" panose="020B0502020104020203"/>
              <a:ea typeface="+mn-ea"/>
              <a:cs typeface="+mn-cs"/>
            </a:endParaRPr>
          </a:p>
        </p:txBody>
      </p:sp>
      <p:pic>
        <p:nvPicPr>
          <p:cNvPr id="8" name="Graphic 7">
            <a:extLst>
              <a:ext uri="{FF2B5EF4-FFF2-40B4-BE49-F238E27FC236}">
                <a16:creationId xmlns:a16="http://schemas.microsoft.com/office/drawing/2014/main" id="{E15B709E-46FC-EEA5-9276-0BD7718A583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4391" y="667382"/>
            <a:ext cx="3217900" cy="1067888"/>
          </a:xfrm>
          <a:prstGeom prst="rect">
            <a:avLst/>
          </a:prstGeom>
        </p:spPr>
      </p:pic>
      <p:sp>
        <p:nvSpPr>
          <p:cNvPr id="12" name="Text Placeholder 1">
            <a:extLst>
              <a:ext uri="{FF2B5EF4-FFF2-40B4-BE49-F238E27FC236}">
                <a16:creationId xmlns:a16="http://schemas.microsoft.com/office/drawing/2014/main" id="{DF5BEC6F-2EFA-DC4F-3D09-A9A3CD773F64}"/>
              </a:ext>
            </a:extLst>
          </p:cNvPr>
          <p:cNvSpPr txBox="1">
            <a:spLocks/>
          </p:cNvSpPr>
          <p:nvPr/>
        </p:nvSpPr>
        <p:spPr>
          <a:xfrm>
            <a:off x="634391" y="5631291"/>
            <a:ext cx="7841116" cy="3147137"/>
          </a:xfrm>
          <a:prstGeom prst="rect">
            <a:avLst/>
          </a:prstGeom>
        </p:spPr>
        <p:txBody>
          <a:bodyPr lIns="72000" tIns="0" rIns="0" bIns="0" anchor="b">
            <a:noAutofit/>
          </a:bodyPr>
          <a:lstStyle>
            <a:defPPr>
              <a:defRPr lang="en-PT"/>
            </a:defPPr>
            <a:lvl1pPr indent="0" defTabSz="914263">
              <a:lnSpc>
                <a:spcPct val="100000"/>
              </a:lnSpc>
              <a:spcBef>
                <a:spcPts val="0"/>
              </a:spcBef>
              <a:buFont typeface="Arial" panose="020B0604020202020204" pitchFamily="34" charset="0"/>
              <a:buNone/>
              <a:defRPr sz="1200" b="0" i="0"/>
            </a:lvl1pPr>
            <a:lvl2pPr marL="457132" indent="0" defTabSz="914263">
              <a:lnSpc>
                <a:spcPct val="90000"/>
              </a:lnSpc>
              <a:spcBef>
                <a:spcPts val="500"/>
              </a:spcBef>
              <a:buFont typeface="Arial" panose="020B0604020202020204" pitchFamily="34" charset="0"/>
              <a:buNone/>
            </a:lvl2pPr>
            <a:lvl3pPr marL="914263" indent="0" defTabSz="914263">
              <a:lnSpc>
                <a:spcPct val="90000"/>
              </a:lnSpc>
              <a:spcBef>
                <a:spcPts val="500"/>
              </a:spcBef>
              <a:buFont typeface="Arial" panose="020B0604020202020204" pitchFamily="34" charset="0"/>
              <a:buNone/>
            </a:lvl3pPr>
            <a:lvl4pPr marL="1371394" indent="0" defTabSz="914263">
              <a:lnSpc>
                <a:spcPct val="90000"/>
              </a:lnSpc>
              <a:spcBef>
                <a:spcPts val="500"/>
              </a:spcBef>
              <a:buFont typeface="Arial" panose="020B0604020202020204" pitchFamily="34" charset="0"/>
              <a:buNone/>
            </a:lvl4pPr>
            <a:lvl5pPr marL="1828526" indent="0" defTabSz="914263">
              <a:lnSpc>
                <a:spcPct val="90000"/>
              </a:lnSpc>
              <a:spcBef>
                <a:spcPts val="500"/>
              </a:spcBef>
              <a:buFont typeface="Arial" panose="020B0604020202020204" pitchFamily="34" charset="0"/>
              <a:buNone/>
            </a:lvl5pPr>
            <a:lvl6pPr marL="2285657" indent="0" defTabSz="914263">
              <a:lnSpc>
                <a:spcPct val="90000"/>
              </a:lnSpc>
              <a:spcBef>
                <a:spcPts val="500"/>
              </a:spcBef>
              <a:buFont typeface="Arial" panose="020B0604020202020204" pitchFamily="34" charset="0"/>
              <a:buNone/>
            </a:lvl6pPr>
            <a:lvl7pPr marL="2742788" indent="0" defTabSz="914263">
              <a:lnSpc>
                <a:spcPct val="90000"/>
              </a:lnSpc>
              <a:spcBef>
                <a:spcPts val="500"/>
              </a:spcBef>
              <a:buFont typeface="Arial" panose="020B0604020202020204" pitchFamily="34" charset="0"/>
              <a:buNone/>
            </a:lvl7pPr>
            <a:lvl8pPr marL="3199920" indent="0" defTabSz="914263">
              <a:lnSpc>
                <a:spcPct val="90000"/>
              </a:lnSpc>
              <a:spcBef>
                <a:spcPts val="500"/>
              </a:spcBef>
              <a:buFont typeface="Arial" panose="020B0604020202020204" pitchFamily="34" charset="0"/>
              <a:buNone/>
            </a:lvl8pPr>
            <a:lvl9pPr marL="3657051" indent="0" defTabSz="914263">
              <a:lnSpc>
                <a:spcPct val="90000"/>
              </a:lnSpc>
              <a:spcBef>
                <a:spcPts val="500"/>
              </a:spcBef>
              <a:buFont typeface="Arial" panose="020B0604020202020204" pitchFamily="34" charset="0"/>
              <a:buNone/>
            </a:lvl9pPr>
          </a:lstStyle>
          <a:p>
            <a:pPr marL="0" marR="0" lvl="0" indent="0" algn="l" defTabSz="1828526"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8000" b="1" i="0" u="none" strike="noStrike" kern="1200" cap="none" spc="0" normalizeH="0" baseline="0" noProof="0">
                <a:ln>
                  <a:noFill/>
                </a:ln>
                <a:solidFill>
                  <a:srgbClr val="00C159"/>
                </a:solidFill>
                <a:effectLst/>
                <a:uLnTx/>
                <a:uFillTx/>
                <a:latin typeface="Figtree" pitchFamily="2" charset="0"/>
                <a:ea typeface="+mn-ea"/>
                <a:cs typeface="+mn-cs"/>
              </a:rPr>
              <a:t>SINES DC</a:t>
            </a:r>
          </a:p>
          <a:p>
            <a:pPr marL="0" marR="0" lvl="0" indent="0" algn="l" defTabSz="1828526"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800" b="1" i="0" u="none" strike="noStrike" kern="1200" cap="none" spc="0" normalizeH="0" baseline="0" noProof="0">
                <a:ln>
                  <a:noFill/>
                </a:ln>
                <a:solidFill>
                  <a:srgbClr val="000000"/>
                </a:solidFill>
                <a:effectLst/>
                <a:uLnTx/>
                <a:uFillTx/>
                <a:latin typeface="Figtree" pitchFamily="2" charset="0"/>
                <a:ea typeface="+mn-ea"/>
                <a:cs typeface="+mn-cs"/>
              </a:rPr>
              <a:t>Europe’s First Giga-Scale AI Factory</a:t>
            </a:r>
          </a:p>
          <a:p>
            <a:pPr marL="0" marR="0" lvl="0" indent="0" algn="l" defTabSz="1828526"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2800" b="0" i="0" u="none" strike="noStrike" kern="1200" cap="none" spc="0" normalizeH="0" baseline="0" noProof="0">
              <a:ln>
                <a:noFill/>
              </a:ln>
              <a:solidFill>
                <a:srgbClr val="000000"/>
              </a:solidFill>
              <a:effectLst/>
              <a:uLnTx/>
              <a:uFillTx/>
              <a:latin typeface="Figtree" pitchFamily="2" charset="0"/>
              <a:ea typeface="+mn-ea"/>
              <a:cs typeface="+mn-cs"/>
            </a:endParaRPr>
          </a:p>
          <a:p>
            <a:pPr marL="0" marR="0" lvl="0" indent="0" algn="l" defTabSz="1828526"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800" b="0" i="0" u="none" strike="noStrike" kern="1200" cap="none" spc="0" normalizeH="0" baseline="0" noProof="0">
                <a:ln>
                  <a:noFill/>
                </a:ln>
                <a:solidFill>
                  <a:srgbClr val="000000"/>
                </a:solidFill>
                <a:effectLst/>
                <a:uLnTx/>
                <a:uFillTx/>
                <a:latin typeface="Figtree" pitchFamily="2" charset="0"/>
                <a:ea typeface="+mn-ea"/>
                <a:cs typeface="+mn-cs"/>
              </a:rPr>
              <a:t>Sines, Portugal </a:t>
            </a:r>
          </a:p>
          <a:p>
            <a:pPr marL="0" marR="0" lvl="0" indent="0" algn="l" defTabSz="1828526"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0" i="0" u="none" strike="noStrike" kern="1200" cap="none" spc="0" normalizeH="0" baseline="0" noProof="0">
                <a:ln>
                  <a:noFill/>
                </a:ln>
                <a:solidFill>
                  <a:srgbClr val="000000">
                    <a:lumMod val="50000"/>
                    <a:lumOff val="50000"/>
                  </a:srgbClr>
                </a:solidFill>
                <a:effectLst/>
                <a:uLnTx/>
                <a:uFillTx/>
                <a:latin typeface="Figtree" pitchFamily="2" charset="0"/>
                <a:ea typeface="+mn-ea"/>
                <a:cs typeface="+mn-cs"/>
              </a:rPr>
              <a:t>Site Coordinates: 37.934961, -8.812558 | c. 90 km south of Lisbon</a:t>
            </a:r>
            <a:endParaRPr kumimoji="0" lang="en-PT" sz="4000" b="0" i="0" u="none" strike="noStrike" kern="1200" cap="none" spc="0" normalizeH="0" baseline="0" noProof="0">
              <a:ln>
                <a:noFill/>
              </a:ln>
              <a:solidFill>
                <a:srgbClr val="000000"/>
              </a:solidFill>
              <a:effectLst/>
              <a:uLnTx/>
              <a:uFillTx/>
              <a:latin typeface="Figtree" pitchFamily="2" charset="0"/>
              <a:ea typeface="+mn-ea"/>
              <a:cs typeface="+mn-cs"/>
            </a:endParaRPr>
          </a:p>
        </p:txBody>
      </p:sp>
      <p:sp>
        <p:nvSpPr>
          <p:cNvPr id="18" name="Text Placeholder 1">
            <a:extLst>
              <a:ext uri="{FF2B5EF4-FFF2-40B4-BE49-F238E27FC236}">
                <a16:creationId xmlns:a16="http://schemas.microsoft.com/office/drawing/2014/main" id="{FAA1B4EE-B617-DE96-C3AE-8DC962A7D80F}"/>
              </a:ext>
            </a:extLst>
          </p:cNvPr>
          <p:cNvSpPr txBox="1">
            <a:spLocks/>
          </p:cNvSpPr>
          <p:nvPr/>
        </p:nvSpPr>
        <p:spPr>
          <a:xfrm>
            <a:off x="634391" y="9316672"/>
            <a:ext cx="7840800" cy="2428347"/>
          </a:xfrm>
          <a:prstGeom prst="rect">
            <a:avLst/>
          </a:prstGeom>
        </p:spPr>
        <p:txBody>
          <a:bodyPr lIns="72000" tIns="36000" rIns="72000" bIns="36000" anchor="t">
            <a:noAutofit/>
          </a:bodyPr>
          <a:lstStyle>
            <a:defPPr>
              <a:defRPr lang="en-PT"/>
            </a:defPPr>
            <a:lvl1pPr indent="0" defTabSz="914263">
              <a:lnSpc>
                <a:spcPct val="100000"/>
              </a:lnSpc>
              <a:spcBef>
                <a:spcPts val="0"/>
              </a:spcBef>
              <a:buFont typeface="Arial" panose="020B0604020202020204" pitchFamily="34" charset="0"/>
              <a:buNone/>
              <a:defRPr sz="1200" b="0" i="0"/>
            </a:lvl1pPr>
            <a:lvl2pPr marL="457132" indent="0" defTabSz="914263">
              <a:lnSpc>
                <a:spcPct val="90000"/>
              </a:lnSpc>
              <a:spcBef>
                <a:spcPts val="500"/>
              </a:spcBef>
              <a:buFont typeface="Arial" panose="020B0604020202020204" pitchFamily="34" charset="0"/>
              <a:buNone/>
            </a:lvl2pPr>
            <a:lvl3pPr marL="914263" indent="0" defTabSz="914263">
              <a:lnSpc>
                <a:spcPct val="90000"/>
              </a:lnSpc>
              <a:spcBef>
                <a:spcPts val="500"/>
              </a:spcBef>
              <a:buFont typeface="Arial" panose="020B0604020202020204" pitchFamily="34" charset="0"/>
              <a:buNone/>
            </a:lvl3pPr>
            <a:lvl4pPr marL="1371394" indent="0" defTabSz="914263">
              <a:lnSpc>
                <a:spcPct val="90000"/>
              </a:lnSpc>
              <a:spcBef>
                <a:spcPts val="500"/>
              </a:spcBef>
              <a:buFont typeface="Arial" panose="020B0604020202020204" pitchFamily="34" charset="0"/>
              <a:buNone/>
            </a:lvl4pPr>
            <a:lvl5pPr marL="1828526" indent="0" defTabSz="914263">
              <a:lnSpc>
                <a:spcPct val="90000"/>
              </a:lnSpc>
              <a:spcBef>
                <a:spcPts val="500"/>
              </a:spcBef>
              <a:buFont typeface="Arial" panose="020B0604020202020204" pitchFamily="34" charset="0"/>
              <a:buNone/>
            </a:lvl5pPr>
            <a:lvl6pPr marL="2285657" indent="0" defTabSz="914263">
              <a:lnSpc>
                <a:spcPct val="90000"/>
              </a:lnSpc>
              <a:spcBef>
                <a:spcPts val="500"/>
              </a:spcBef>
              <a:buFont typeface="Arial" panose="020B0604020202020204" pitchFamily="34" charset="0"/>
              <a:buNone/>
            </a:lvl6pPr>
            <a:lvl7pPr marL="2742788" indent="0" defTabSz="914263">
              <a:lnSpc>
                <a:spcPct val="90000"/>
              </a:lnSpc>
              <a:spcBef>
                <a:spcPts val="500"/>
              </a:spcBef>
              <a:buFont typeface="Arial" panose="020B0604020202020204" pitchFamily="34" charset="0"/>
              <a:buNone/>
            </a:lvl7pPr>
            <a:lvl8pPr marL="3199920" indent="0" defTabSz="914263">
              <a:lnSpc>
                <a:spcPct val="90000"/>
              </a:lnSpc>
              <a:spcBef>
                <a:spcPts val="500"/>
              </a:spcBef>
              <a:buFont typeface="Arial" panose="020B0604020202020204" pitchFamily="34" charset="0"/>
              <a:buNone/>
            </a:lvl8pPr>
            <a:lvl9pPr marL="3657051" indent="0" defTabSz="914263">
              <a:lnSpc>
                <a:spcPct val="90000"/>
              </a:lnSpc>
              <a:spcBef>
                <a:spcPts val="500"/>
              </a:spcBef>
              <a:buFont typeface="Arial" panose="020B0604020202020204" pitchFamily="34" charset="0"/>
              <a:buNone/>
            </a:lvl9pPr>
          </a:lstStyle>
          <a:p>
            <a:pPr marL="0" marR="0" lvl="0" indent="0" algn="l" defTabSz="1828526"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800" b="1" i="0" u="none" strike="noStrike" kern="1200" cap="none" spc="0" normalizeH="0" baseline="0" noProof="0">
                <a:ln>
                  <a:noFill/>
                </a:ln>
                <a:solidFill>
                  <a:srgbClr val="000000"/>
                </a:solidFill>
                <a:effectLst/>
                <a:uLnTx/>
                <a:uFillTx/>
                <a:latin typeface="Figtree" pitchFamily="2" charset="0"/>
                <a:ea typeface="+mn-ea"/>
                <a:cs typeface="+mn-cs"/>
              </a:rPr>
              <a:t>1.2GW campus, </a:t>
            </a:r>
            <a:r>
              <a:rPr kumimoji="0" lang="en-US" sz="2800" b="0" i="0" u="none" strike="noStrike" kern="1200" cap="none" spc="0" normalizeH="0" baseline="0" noProof="0">
                <a:ln>
                  <a:noFill/>
                </a:ln>
                <a:solidFill>
                  <a:srgbClr val="000000"/>
                </a:solidFill>
                <a:effectLst/>
                <a:uLnTx/>
                <a:uFillTx/>
                <a:latin typeface="Figtree" pitchFamily="2" charset="0"/>
                <a:ea typeface="+mn-ea"/>
                <a:cs typeface="+mn-cs"/>
              </a:rPr>
              <a:t>180MW ready-to-build</a:t>
            </a:r>
          </a:p>
          <a:p>
            <a:pPr marL="0" marR="0" lvl="0" indent="0" algn="l" defTabSz="1828526"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2800" b="1" i="0" u="none" strike="noStrike" kern="1200" cap="none" spc="0" normalizeH="0" baseline="0" noProof="0">
              <a:ln>
                <a:noFill/>
              </a:ln>
              <a:solidFill>
                <a:srgbClr val="000000"/>
              </a:solidFill>
              <a:effectLst/>
              <a:uLnTx/>
              <a:uFillTx/>
              <a:latin typeface="Figtree" pitchFamily="2" charset="0"/>
              <a:ea typeface="+mn-ea"/>
              <a:cs typeface="+mn-cs"/>
            </a:endParaRPr>
          </a:p>
          <a:p>
            <a:pPr marL="0" marR="0" lvl="0" indent="0" algn="l" defTabSz="1828526"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800" b="1" i="0" u="none" strike="noStrike" kern="1200" cap="none" spc="0" normalizeH="0" baseline="0" noProof="0">
                <a:ln>
                  <a:noFill/>
                </a:ln>
                <a:solidFill>
                  <a:srgbClr val="000000"/>
                </a:solidFill>
                <a:effectLst/>
                <a:uLnTx/>
                <a:uFillTx/>
                <a:latin typeface="Figtree" pitchFamily="2" charset="0"/>
                <a:ea typeface="+mn-ea"/>
                <a:cs typeface="Arial" panose="020B0604020202020204" pitchFamily="34" charset="0"/>
              </a:rPr>
              <a:t>14MW operational, </a:t>
            </a:r>
            <a:r>
              <a:rPr kumimoji="0" lang="en-US" sz="2800" b="0" i="0" u="none" strike="noStrike" kern="1200" cap="none" spc="0" normalizeH="0" baseline="0" noProof="0">
                <a:ln>
                  <a:noFill/>
                </a:ln>
                <a:solidFill>
                  <a:srgbClr val="000000"/>
                </a:solidFill>
                <a:effectLst/>
                <a:uLnTx/>
                <a:uFillTx/>
                <a:latin typeface="Figtree" pitchFamily="2" charset="0"/>
                <a:ea typeface="+mn-ea"/>
                <a:cs typeface="Arial" panose="020B0604020202020204" pitchFamily="34" charset="0"/>
              </a:rPr>
              <a:t>expanding to 31MW</a:t>
            </a:r>
            <a:endParaRPr kumimoji="0" lang="en-US" sz="2800" b="1" i="0" u="none" strike="noStrike" kern="1200" cap="none" spc="0" normalizeH="0" baseline="0" noProof="0">
              <a:ln>
                <a:noFill/>
              </a:ln>
              <a:solidFill>
                <a:srgbClr val="000000"/>
              </a:solidFill>
              <a:effectLst/>
              <a:uLnTx/>
              <a:uFillTx/>
              <a:latin typeface="Figtree" pitchFamily="2" charset="0"/>
              <a:ea typeface="+mn-ea"/>
              <a:cs typeface="Arial" panose="020B0604020202020204" pitchFamily="34" charset="0"/>
            </a:endParaRPr>
          </a:p>
          <a:p>
            <a:pPr marL="0" marR="0" lvl="0" indent="0" algn="l" defTabSz="1828526"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2800" b="1" i="0" u="none" strike="noStrike" kern="1200" cap="none" spc="0" normalizeH="0" baseline="0" noProof="0">
              <a:ln>
                <a:noFill/>
              </a:ln>
              <a:solidFill>
                <a:srgbClr val="000000"/>
              </a:solidFill>
              <a:effectLst/>
              <a:uLnTx/>
              <a:uFillTx/>
              <a:latin typeface="Figtree" pitchFamily="2" charset="0"/>
              <a:ea typeface="+mn-ea"/>
              <a:cs typeface="Arial" panose="020B0604020202020204" pitchFamily="34" charset="0"/>
            </a:endParaRPr>
          </a:p>
          <a:p>
            <a:pPr marL="0" marR="0" lvl="0" indent="0" algn="l" defTabSz="1828526"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800" b="1" i="0" u="none" strike="noStrike" kern="1200" cap="none" spc="0" normalizeH="0" baseline="0" noProof="0">
                <a:ln>
                  <a:noFill/>
                </a:ln>
                <a:solidFill>
                  <a:srgbClr val="000000"/>
                </a:solidFill>
                <a:effectLst/>
                <a:uLnTx/>
                <a:uFillTx/>
                <a:latin typeface="Figtree" pitchFamily="2" charset="0"/>
                <a:ea typeface="+mn-ea"/>
                <a:cs typeface="+mn-cs"/>
              </a:rPr>
              <a:t>AI-ready design, </a:t>
            </a:r>
            <a:r>
              <a:rPr kumimoji="0" lang="en-US" sz="2800" b="0" i="0" u="none" strike="noStrike" kern="1200" cap="none" spc="0" normalizeH="0" baseline="0" noProof="0">
                <a:ln>
                  <a:noFill/>
                </a:ln>
                <a:solidFill>
                  <a:srgbClr val="000000"/>
                </a:solidFill>
                <a:effectLst/>
                <a:uLnTx/>
                <a:uFillTx/>
                <a:latin typeface="Figtree" pitchFamily="2" charset="0"/>
                <a:ea typeface="+mn-ea"/>
                <a:cs typeface="+mn-cs"/>
              </a:rPr>
              <a:t>OCP v2-certified</a:t>
            </a:r>
          </a:p>
        </p:txBody>
      </p:sp>
      <p:sp>
        <p:nvSpPr>
          <p:cNvPr id="21" name="Text Placeholder 1">
            <a:extLst>
              <a:ext uri="{FF2B5EF4-FFF2-40B4-BE49-F238E27FC236}">
                <a16:creationId xmlns:a16="http://schemas.microsoft.com/office/drawing/2014/main" id="{C60AB4AE-3CE9-960D-308E-8194BABDA83B}"/>
              </a:ext>
            </a:extLst>
          </p:cNvPr>
          <p:cNvSpPr txBox="1">
            <a:spLocks/>
          </p:cNvSpPr>
          <p:nvPr/>
        </p:nvSpPr>
        <p:spPr>
          <a:xfrm>
            <a:off x="11279309" y="7671332"/>
            <a:ext cx="6912000" cy="1008000"/>
          </a:xfrm>
          <a:prstGeom prst="rect">
            <a:avLst/>
          </a:prstGeom>
        </p:spPr>
        <p:txBody>
          <a:bodyPr lIns="0" tIns="0" rIns="0" bIns="0" anchor="ctr">
            <a:noAutofit/>
          </a:bodyPr>
          <a:lstStyle>
            <a:defPPr>
              <a:defRPr lang="en-PT"/>
            </a:defPPr>
            <a:lvl1pPr indent="0" defTabSz="914263">
              <a:lnSpc>
                <a:spcPct val="100000"/>
              </a:lnSpc>
              <a:spcBef>
                <a:spcPts val="0"/>
              </a:spcBef>
              <a:buFont typeface="Arial" panose="020B0604020202020204" pitchFamily="34" charset="0"/>
              <a:buNone/>
              <a:defRPr sz="1200" b="0" i="0"/>
            </a:lvl1pPr>
            <a:lvl2pPr marL="457132" indent="0" defTabSz="914263">
              <a:lnSpc>
                <a:spcPct val="90000"/>
              </a:lnSpc>
              <a:spcBef>
                <a:spcPts val="500"/>
              </a:spcBef>
              <a:buFont typeface="Arial" panose="020B0604020202020204" pitchFamily="34" charset="0"/>
              <a:buNone/>
            </a:lvl2pPr>
            <a:lvl3pPr marL="914263" indent="0" defTabSz="914263">
              <a:lnSpc>
                <a:spcPct val="90000"/>
              </a:lnSpc>
              <a:spcBef>
                <a:spcPts val="500"/>
              </a:spcBef>
              <a:buFont typeface="Arial" panose="020B0604020202020204" pitchFamily="34" charset="0"/>
              <a:buNone/>
            </a:lvl3pPr>
            <a:lvl4pPr marL="1371394" indent="0" defTabSz="914263">
              <a:lnSpc>
                <a:spcPct val="90000"/>
              </a:lnSpc>
              <a:spcBef>
                <a:spcPts val="500"/>
              </a:spcBef>
              <a:buFont typeface="Arial" panose="020B0604020202020204" pitchFamily="34" charset="0"/>
              <a:buNone/>
            </a:lvl4pPr>
            <a:lvl5pPr marL="1828526" indent="0" defTabSz="914263">
              <a:lnSpc>
                <a:spcPct val="90000"/>
              </a:lnSpc>
              <a:spcBef>
                <a:spcPts val="500"/>
              </a:spcBef>
              <a:buFont typeface="Arial" panose="020B0604020202020204" pitchFamily="34" charset="0"/>
              <a:buNone/>
            </a:lvl5pPr>
            <a:lvl6pPr marL="2285657" indent="0" defTabSz="914263">
              <a:lnSpc>
                <a:spcPct val="90000"/>
              </a:lnSpc>
              <a:spcBef>
                <a:spcPts val="500"/>
              </a:spcBef>
              <a:buFont typeface="Arial" panose="020B0604020202020204" pitchFamily="34" charset="0"/>
              <a:buNone/>
            </a:lvl6pPr>
            <a:lvl7pPr marL="2742788" indent="0" defTabSz="914263">
              <a:lnSpc>
                <a:spcPct val="90000"/>
              </a:lnSpc>
              <a:spcBef>
                <a:spcPts val="500"/>
              </a:spcBef>
              <a:buFont typeface="Arial" panose="020B0604020202020204" pitchFamily="34" charset="0"/>
              <a:buNone/>
            </a:lvl7pPr>
            <a:lvl8pPr marL="3199920" indent="0" defTabSz="914263">
              <a:lnSpc>
                <a:spcPct val="90000"/>
              </a:lnSpc>
              <a:spcBef>
                <a:spcPts val="500"/>
              </a:spcBef>
              <a:buFont typeface="Arial" panose="020B0604020202020204" pitchFamily="34" charset="0"/>
              <a:buNone/>
            </a:lvl8pPr>
            <a:lvl9pPr marL="3657051" indent="0" defTabSz="914263">
              <a:lnSpc>
                <a:spcPct val="90000"/>
              </a:lnSpc>
              <a:spcBef>
                <a:spcPts val="500"/>
              </a:spcBef>
              <a:buFont typeface="Arial" panose="020B0604020202020204" pitchFamily="34" charset="0"/>
              <a:buNone/>
            </a:lvl9pPr>
          </a:lstStyle>
          <a:p>
            <a:pPr marL="0" marR="0" lvl="0" indent="0" algn="l" defTabSz="1828526"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2800" b="0" i="0" u="none" strike="noStrike" kern="1200" cap="none" spc="0" normalizeH="0" baseline="0" noProof="0">
              <a:ln>
                <a:noFill/>
              </a:ln>
              <a:solidFill>
                <a:srgbClr val="000000"/>
              </a:solidFill>
              <a:effectLst/>
              <a:uLnTx/>
              <a:uFillTx/>
              <a:latin typeface="Figtree" pitchFamily="2" charset="0"/>
              <a:ea typeface="+mn-ea"/>
              <a:cs typeface="+mn-cs"/>
            </a:endParaRPr>
          </a:p>
        </p:txBody>
      </p:sp>
      <p:grpSp>
        <p:nvGrpSpPr>
          <p:cNvPr id="47" name="Group 46">
            <a:extLst>
              <a:ext uri="{FF2B5EF4-FFF2-40B4-BE49-F238E27FC236}">
                <a16:creationId xmlns:a16="http://schemas.microsoft.com/office/drawing/2014/main" id="{A7F2EE5C-0C2E-205D-1ECF-E83F7345536D}"/>
              </a:ext>
            </a:extLst>
          </p:cNvPr>
          <p:cNvGrpSpPr/>
          <p:nvPr/>
        </p:nvGrpSpPr>
        <p:grpSpPr>
          <a:xfrm>
            <a:off x="9517726" y="8550760"/>
            <a:ext cx="1080000" cy="1167779"/>
            <a:chOff x="9783199" y="8268964"/>
            <a:chExt cx="1080000" cy="1167779"/>
          </a:xfrm>
        </p:grpSpPr>
        <p:pic>
          <p:nvPicPr>
            <p:cNvPr id="20" name="Graphic 19" descr="Speedometer Low outline">
              <a:extLst>
                <a:ext uri="{FF2B5EF4-FFF2-40B4-BE49-F238E27FC236}">
                  <a16:creationId xmlns:a16="http://schemas.microsoft.com/office/drawing/2014/main" id="{71341B6C-17A9-2373-C3FD-7C577AE0D24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783199" y="8268964"/>
              <a:ext cx="1080000" cy="1080000"/>
            </a:xfrm>
            <a:prstGeom prst="rect">
              <a:avLst/>
            </a:prstGeom>
          </p:spPr>
        </p:pic>
        <p:sp>
          <p:nvSpPr>
            <p:cNvPr id="24" name="Text Placeholder 1">
              <a:extLst>
                <a:ext uri="{FF2B5EF4-FFF2-40B4-BE49-F238E27FC236}">
                  <a16:creationId xmlns:a16="http://schemas.microsoft.com/office/drawing/2014/main" id="{DC9EE50E-4BB7-3619-BD8A-CB1E0E1DE60C}"/>
                </a:ext>
              </a:extLst>
            </p:cNvPr>
            <p:cNvSpPr txBox="1">
              <a:spLocks/>
            </p:cNvSpPr>
            <p:nvPr/>
          </p:nvSpPr>
          <p:spPr>
            <a:xfrm>
              <a:off x="10080618" y="9158577"/>
              <a:ext cx="485166" cy="278166"/>
            </a:xfrm>
            <a:prstGeom prst="rect">
              <a:avLst/>
            </a:prstGeom>
          </p:spPr>
          <p:txBody>
            <a:bodyPr lIns="0" tIns="0" rIns="0" bIns="0" anchor="ctr">
              <a:noAutofit/>
            </a:bodyPr>
            <a:lstStyle>
              <a:defPPr>
                <a:defRPr lang="en-PT"/>
              </a:defPPr>
              <a:lvl1pPr indent="0" defTabSz="914263">
                <a:lnSpc>
                  <a:spcPct val="100000"/>
                </a:lnSpc>
                <a:spcBef>
                  <a:spcPts val="0"/>
                </a:spcBef>
                <a:buFont typeface="Arial" panose="020B0604020202020204" pitchFamily="34" charset="0"/>
                <a:buNone/>
                <a:defRPr sz="1200" b="0" i="0"/>
              </a:lvl1pPr>
              <a:lvl2pPr marL="457132" indent="0" defTabSz="914263">
                <a:lnSpc>
                  <a:spcPct val="90000"/>
                </a:lnSpc>
                <a:spcBef>
                  <a:spcPts val="500"/>
                </a:spcBef>
                <a:buFont typeface="Arial" panose="020B0604020202020204" pitchFamily="34" charset="0"/>
                <a:buNone/>
              </a:lvl2pPr>
              <a:lvl3pPr marL="914263" indent="0" defTabSz="914263">
                <a:lnSpc>
                  <a:spcPct val="90000"/>
                </a:lnSpc>
                <a:spcBef>
                  <a:spcPts val="500"/>
                </a:spcBef>
                <a:buFont typeface="Arial" panose="020B0604020202020204" pitchFamily="34" charset="0"/>
                <a:buNone/>
              </a:lvl3pPr>
              <a:lvl4pPr marL="1371394" indent="0" defTabSz="914263">
                <a:lnSpc>
                  <a:spcPct val="90000"/>
                </a:lnSpc>
                <a:spcBef>
                  <a:spcPts val="500"/>
                </a:spcBef>
                <a:buFont typeface="Arial" panose="020B0604020202020204" pitchFamily="34" charset="0"/>
                <a:buNone/>
              </a:lvl4pPr>
              <a:lvl5pPr marL="1828526" indent="0" defTabSz="914263">
                <a:lnSpc>
                  <a:spcPct val="90000"/>
                </a:lnSpc>
                <a:spcBef>
                  <a:spcPts val="500"/>
                </a:spcBef>
                <a:buFont typeface="Arial" panose="020B0604020202020204" pitchFamily="34" charset="0"/>
                <a:buNone/>
              </a:lvl5pPr>
              <a:lvl6pPr marL="2285657" indent="0" defTabSz="914263">
                <a:lnSpc>
                  <a:spcPct val="90000"/>
                </a:lnSpc>
                <a:spcBef>
                  <a:spcPts val="500"/>
                </a:spcBef>
                <a:buFont typeface="Arial" panose="020B0604020202020204" pitchFamily="34" charset="0"/>
                <a:buNone/>
              </a:lvl6pPr>
              <a:lvl7pPr marL="2742788" indent="0" defTabSz="914263">
                <a:lnSpc>
                  <a:spcPct val="90000"/>
                </a:lnSpc>
                <a:spcBef>
                  <a:spcPts val="500"/>
                </a:spcBef>
                <a:buFont typeface="Arial" panose="020B0604020202020204" pitchFamily="34" charset="0"/>
                <a:buNone/>
              </a:lvl7pPr>
              <a:lvl8pPr marL="3199920" indent="0" defTabSz="914263">
                <a:lnSpc>
                  <a:spcPct val="90000"/>
                </a:lnSpc>
                <a:spcBef>
                  <a:spcPts val="500"/>
                </a:spcBef>
                <a:buFont typeface="Arial" panose="020B0604020202020204" pitchFamily="34" charset="0"/>
                <a:buNone/>
              </a:lvl8pPr>
              <a:lvl9pPr marL="3657051" indent="0" defTabSz="914263">
                <a:lnSpc>
                  <a:spcPct val="90000"/>
                </a:lnSpc>
                <a:spcBef>
                  <a:spcPts val="500"/>
                </a:spcBef>
                <a:buFont typeface="Arial" panose="020B0604020202020204" pitchFamily="34" charset="0"/>
                <a:buNone/>
              </a:lvl9pPr>
            </a:lstStyle>
            <a:p>
              <a:pPr marL="0" marR="0" lvl="0" indent="0" algn="ctr" defTabSz="1828526"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00C058"/>
                  </a:solidFill>
                  <a:effectLst/>
                  <a:uLnTx/>
                  <a:uFillTx/>
                  <a:latin typeface="Figtree" pitchFamily="2" charset="0"/>
                  <a:ea typeface="+mn-ea"/>
                  <a:cs typeface="+mn-cs"/>
                </a:rPr>
                <a:t>PUE</a:t>
              </a:r>
            </a:p>
          </p:txBody>
        </p:sp>
      </p:grpSp>
      <p:pic>
        <p:nvPicPr>
          <p:cNvPr id="44" name="Graphic 43" descr="Supply And Demand outline">
            <a:extLst>
              <a:ext uri="{FF2B5EF4-FFF2-40B4-BE49-F238E27FC236}">
                <a16:creationId xmlns:a16="http://schemas.microsoft.com/office/drawing/2014/main" id="{96D65AD4-572C-A223-B945-9B5BD029687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517726" y="9931202"/>
            <a:ext cx="1080000" cy="1080000"/>
          </a:xfrm>
          <a:prstGeom prst="rect">
            <a:avLst/>
          </a:prstGeom>
        </p:spPr>
      </p:pic>
      <p:grpSp>
        <p:nvGrpSpPr>
          <p:cNvPr id="2" name="Group 1">
            <a:extLst>
              <a:ext uri="{FF2B5EF4-FFF2-40B4-BE49-F238E27FC236}">
                <a16:creationId xmlns:a16="http://schemas.microsoft.com/office/drawing/2014/main" id="{A4540AC8-3253-61BF-6DB1-F1BC37C35351}"/>
              </a:ext>
            </a:extLst>
          </p:cNvPr>
          <p:cNvGrpSpPr/>
          <p:nvPr/>
        </p:nvGrpSpPr>
        <p:grpSpPr>
          <a:xfrm>
            <a:off x="10796262" y="8713917"/>
            <a:ext cx="7029796" cy="3666443"/>
            <a:chOff x="11054676" y="8515137"/>
            <a:chExt cx="7029796" cy="3666443"/>
          </a:xfrm>
        </p:grpSpPr>
        <p:sp>
          <p:nvSpPr>
            <p:cNvPr id="45" name="Text Placeholder 1">
              <a:extLst>
                <a:ext uri="{FF2B5EF4-FFF2-40B4-BE49-F238E27FC236}">
                  <a16:creationId xmlns:a16="http://schemas.microsoft.com/office/drawing/2014/main" id="{437BEF67-5D35-7056-4F27-3220756AC6A2}"/>
                </a:ext>
              </a:extLst>
            </p:cNvPr>
            <p:cNvSpPr txBox="1">
              <a:spLocks/>
            </p:cNvSpPr>
            <p:nvPr/>
          </p:nvSpPr>
          <p:spPr>
            <a:xfrm>
              <a:off x="11054677" y="9808358"/>
              <a:ext cx="6732000" cy="1080000"/>
            </a:xfrm>
            <a:prstGeom prst="rect">
              <a:avLst/>
            </a:prstGeom>
          </p:spPr>
          <p:txBody>
            <a:bodyPr lIns="0" tIns="0" rIns="0" bIns="0" anchor="ctr">
              <a:noAutofit/>
            </a:bodyPr>
            <a:lstStyle>
              <a:defPPr>
                <a:defRPr lang="en-PT"/>
              </a:defPPr>
              <a:lvl1pPr indent="0" defTabSz="914263">
                <a:lnSpc>
                  <a:spcPct val="100000"/>
                </a:lnSpc>
                <a:spcBef>
                  <a:spcPts val="0"/>
                </a:spcBef>
                <a:buFont typeface="Arial" panose="020B0604020202020204" pitchFamily="34" charset="0"/>
                <a:buNone/>
                <a:defRPr sz="1200" b="0" i="0"/>
              </a:lvl1pPr>
              <a:lvl2pPr marL="457132" indent="0" defTabSz="914263">
                <a:lnSpc>
                  <a:spcPct val="90000"/>
                </a:lnSpc>
                <a:spcBef>
                  <a:spcPts val="500"/>
                </a:spcBef>
                <a:buFont typeface="Arial" panose="020B0604020202020204" pitchFamily="34" charset="0"/>
                <a:buNone/>
              </a:lvl2pPr>
              <a:lvl3pPr marL="914263" indent="0" defTabSz="914263">
                <a:lnSpc>
                  <a:spcPct val="90000"/>
                </a:lnSpc>
                <a:spcBef>
                  <a:spcPts val="500"/>
                </a:spcBef>
                <a:buFont typeface="Arial" panose="020B0604020202020204" pitchFamily="34" charset="0"/>
                <a:buNone/>
              </a:lvl3pPr>
              <a:lvl4pPr marL="1371394" indent="0" defTabSz="914263">
                <a:lnSpc>
                  <a:spcPct val="90000"/>
                </a:lnSpc>
                <a:spcBef>
                  <a:spcPts val="500"/>
                </a:spcBef>
                <a:buFont typeface="Arial" panose="020B0604020202020204" pitchFamily="34" charset="0"/>
                <a:buNone/>
              </a:lvl4pPr>
              <a:lvl5pPr marL="1828526" indent="0" defTabSz="914263">
                <a:lnSpc>
                  <a:spcPct val="90000"/>
                </a:lnSpc>
                <a:spcBef>
                  <a:spcPts val="500"/>
                </a:spcBef>
                <a:buFont typeface="Arial" panose="020B0604020202020204" pitchFamily="34" charset="0"/>
                <a:buNone/>
              </a:lvl5pPr>
              <a:lvl6pPr marL="2285657" indent="0" defTabSz="914263">
                <a:lnSpc>
                  <a:spcPct val="90000"/>
                </a:lnSpc>
                <a:spcBef>
                  <a:spcPts val="500"/>
                </a:spcBef>
                <a:buFont typeface="Arial" panose="020B0604020202020204" pitchFamily="34" charset="0"/>
                <a:buNone/>
              </a:lvl6pPr>
              <a:lvl7pPr marL="2742788" indent="0" defTabSz="914263">
                <a:lnSpc>
                  <a:spcPct val="90000"/>
                </a:lnSpc>
                <a:spcBef>
                  <a:spcPts val="500"/>
                </a:spcBef>
                <a:buFont typeface="Arial" panose="020B0604020202020204" pitchFamily="34" charset="0"/>
                <a:buNone/>
              </a:lvl7pPr>
              <a:lvl8pPr marL="3199920" indent="0" defTabSz="914263">
                <a:lnSpc>
                  <a:spcPct val="90000"/>
                </a:lnSpc>
                <a:spcBef>
                  <a:spcPts val="500"/>
                </a:spcBef>
                <a:buFont typeface="Arial" panose="020B0604020202020204" pitchFamily="34" charset="0"/>
                <a:buNone/>
              </a:lvl8pPr>
              <a:lvl9pPr marL="3657051" indent="0" defTabSz="914263">
                <a:lnSpc>
                  <a:spcPct val="90000"/>
                </a:lnSpc>
                <a:spcBef>
                  <a:spcPts val="500"/>
                </a:spcBef>
                <a:buFont typeface="Arial" panose="020B0604020202020204" pitchFamily="34" charset="0"/>
                <a:buNone/>
              </a:lvl9pPr>
            </a:lstStyle>
            <a:p>
              <a:pPr marL="0" marR="0" lvl="0" indent="0" algn="l" defTabSz="1828526"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800" b="1" i="0" u="none" strike="noStrike" kern="1200" cap="none" spc="0" normalizeH="0" baseline="0" noProof="0">
                  <a:ln>
                    <a:noFill/>
                  </a:ln>
                  <a:solidFill>
                    <a:srgbClr val="000000"/>
                  </a:solidFill>
                  <a:effectLst/>
                  <a:uLnTx/>
                  <a:uFillTx/>
                  <a:latin typeface="Figtree" pitchFamily="2" charset="0"/>
                  <a:ea typeface="+mn-ea"/>
                  <a:cs typeface="+mn-cs"/>
                </a:rPr>
                <a:t>Low cost </a:t>
              </a:r>
              <a:r>
                <a:rPr kumimoji="0" lang="en-US" sz="2800" b="0" i="0" u="none" strike="noStrike" kern="1200" cap="none" spc="0" normalizeH="0" baseline="0" noProof="0">
                  <a:ln>
                    <a:noFill/>
                  </a:ln>
                  <a:solidFill>
                    <a:srgbClr val="000000"/>
                  </a:solidFill>
                  <a:effectLst/>
                  <a:uLnTx/>
                  <a:uFillTx/>
                  <a:latin typeface="Figtree" pitchFamily="2" charset="0"/>
                  <a:ea typeface="+mn-ea"/>
                  <a:cs typeface="+mn-cs"/>
                </a:rPr>
                <a:t>and </a:t>
              </a:r>
              <a:r>
                <a:rPr kumimoji="0" lang="en-US" sz="2800" b="1" i="0" u="none" strike="noStrike" kern="1200" cap="none" spc="0" normalizeH="0" baseline="0" noProof="0">
                  <a:ln>
                    <a:noFill/>
                  </a:ln>
                  <a:solidFill>
                    <a:srgbClr val="000000"/>
                  </a:solidFill>
                  <a:effectLst/>
                  <a:uLnTx/>
                  <a:uFillTx/>
                  <a:latin typeface="Figtree" pitchFamily="2" charset="0"/>
                  <a:ea typeface="+mn-ea"/>
                  <a:cs typeface="+mn-cs"/>
                </a:rPr>
                <a:t>100% renewable power</a:t>
              </a:r>
            </a:p>
          </p:txBody>
        </p:sp>
        <p:sp>
          <p:nvSpPr>
            <p:cNvPr id="16" name="Text Placeholder 1">
              <a:extLst>
                <a:ext uri="{FF2B5EF4-FFF2-40B4-BE49-F238E27FC236}">
                  <a16:creationId xmlns:a16="http://schemas.microsoft.com/office/drawing/2014/main" id="{A5A18972-8F79-EE75-CF47-D37C433404CA}"/>
                </a:ext>
              </a:extLst>
            </p:cNvPr>
            <p:cNvSpPr txBox="1">
              <a:spLocks/>
            </p:cNvSpPr>
            <p:nvPr/>
          </p:nvSpPr>
          <p:spPr>
            <a:xfrm>
              <a:off x="11054676" y="8515137"/>
              <a:ext cx="7029796" cy="1080000"/>
            </a:xfrm>
            <a:prstGeom prst="rect">
              <a:avLst/>
            </a:prstGeom>
          </p:spPr>
          <p:txBody>
            <a:bodyPr lIns="0" tIns="0" rIns="0" bIns="0" anchor="ctr">
              <a:noAutofit/>
            </a:bodyPr>
            <a:lstStyle>
              <a:defPPr>
                <a:defRPr lang="en-PT"/>
              </a:defPPr>
              <a:lvl1pPr indent="0" defTabSz="914263">
                <a:lnSpc>
                  <a:spcPct val="100000"/>
                </a:lnSpc>
                <a:spcBef>
                  <a:spcPts val="0"/>
                </a:spcBef>
                <a:buFont typeface="Arial" panose="020B0604020202020204" pitchFamily="34" charset="0"/>
                <a:buNone/>
                <a:defRPr sz="1200" b="0" i="0"/>
              </a:lvl1pPr>
              <a:lvl2pPr marL="457132" indent="0" defTabSz="914263">
                <a:lnSpc>
                  <a:spcPct val="90000"/>
                </a:lnSpc>
                <a:spcBef>
                  <a:spcPts val="500"/>
                </a:spcBef>
                <a:buFont typeface="Arial" panose="020B0604020202020204" pitchFamily="34" charset="0"/>
                <a:buNone/>
              </a:lvl2pPr>
              <a:lvl3pPr marL="914263" indent="0" defTabSz="914263">
                <a:lnSpc>
                  <a:spcPct val="90000"/>
                </a:lnSpc>
                <a:spcBef>
                  <a:spcPts val="500"/>
                </a:spcBef>
                <a:buFont typeface="Arial" panose="020B0604020202020204" pitchFamily="34" charset="0"/>
                <a:buNone/>
              </a:lvl3pPr>
              <a:lvl4pPr marL="1371394" indent="0" defTabSz="914263">
                <a:lnSpc>
                  <a:spcPct val="90000"/>
                </a:lnSpc>
                <a:spcBef>
                  <a:spcPts val="500"/>
                </a:spcBef>
                <a:buFont typeface="Arial" panose="020B0604020202020204" pitchFamily="34" charset="0"/>
                <a:buNone/>
              </a:lvl4pPr>
              <a:lvl5pPr marL="1828526" indent="0" defTabSz="914263">
                <a:lnSpc>
                  <a:spcPct val="90000"/>
                </a:lnSpc>
                <a:spcBef>
                  <a:spcPts val="500"/>
                </a:spcBef>
                <a:buFont typeface="Arial" panose="020B0604020202020204" pitchFamily="34" charset="0"/>
                <a:buNone/>
              </a:lvl5pPr>
              <a:lvl6pPr marL="2285657" indent="0" defTabSz="914263">
                <a:lnSpc>
                  <a:spcPct val="90000"/>
                </a:lnSpc>
                <a:spcBef>
                  <a:spcPts val="500"/>
                </a:spcBef>
                <a:buFont typeface="Arial" panose="020B0604020202020204" pitchFamily="34" charset="0"/>
                <a:buNone/>
              </a:lvl6pPr>
              <a:lvl7pPr marL="2742788" indent="0" defTabSz="914263">
                <a:lnSpc>
                  <a:spcPct val="90000"/>
                </a:lnSpc>
                <a:spcBef>
                  <a:spcPts val="500"/>
                </a:spcBef>
                <a:buFont typeface="Arial" panose="020B0604020202020204" pitchFamily="34" charset="0"/>
                <a:buNone/>
              </a:lvl7pPr>
              <a:lvl8pPr marL="3199920" indent="0" defTabSz="914263">
                <a:lnSpc>
                  <a:spcPct val="90000"/>
                </a:lnSpc>
                <a:spcBef>
                  <a:spcPts val="500"/>
                </a:spcBef>
                <a:buFont typeface="Arial" panose="020B0604020202020204" pitchFamily="34" charset="0"/>
                <a:buNone/>
              </a:lvl8pPr>
              <a:lvl9pPr marL="3657051" indent="0" defTabSz="914263">
                <a:lnSpc>
                  <a:spcPct val="90000"/>
                </a:lnSpc>
                <a:spcBef>
                  <a:spcPts val="500"/>
                </a:spcBef>
                <a:buFont typeface="Arial" panose="020B0604020202020204" pitchFamily="34" charset="0"/>
                <a:buNone/>
              </a:lvl9pPr>
            </a:lstStyle>
            <a:p>
              <a:pPr marL="0" marR="0" lvl="0" indent="0" algn="l" defTabSz="1828526"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800" b="1">
                  <a:solidFill>
                    <a:srgbClr val="000000"/>
                  </a:solidFill>
                  <a:latin typeface="Figtree"/>
                </a:rPr>
                <a:t>Low</a:t>
              </a:r>
              <a:r>
                <a:rPr kumimoji="0" lang="en-US" sz="2800" b="1" i="0" u="none" strike="noStrike" kern="1200" cap="none" spc="0" normalizeH="0" baseline="0" noProof="0">
                  <a:ln>
                    <a:noFill/>
                  </a:ln>
                  <a:solidFill>
                    <a:srgbClr val="000000"/>
                  </a:solidFill>
                  <a:effectLst/>
                  <a:uLnTx/>
                  <a:uFillTx/>
                  <a:latin typeface="Figtree"/>
                </a:rPr>
                <a:t> PUE </a:t>
              </a:r>
              <a:r>
                <a:rPr kumimoji="0" lang="en-US" sz="2800" b="0" i="0" u="none" strike="noStrike" kern="1200" cap="none" spc="0" normalizeH="0" baseline="0" noProof="0">
                  <a:ln>
                    <a:noFill/>
                  </a:ln>
                  <a:solidFill>
                    <a:srgbClr val="000000"/>
                  </a:solidFill>
                  <a:effectLst/>
                  <a:uLnTx/>
                  <a:uFillTx/>
                  <a:latin typeface="Figtree"/>
                </a:rPr>
                <a:t>and</a:t>
              </a:r>
              <a:r>
                <a:rPr kumimoji="0" lang="en-US" sz="2800" b="1" i="0" u="none" strike="noStrike" kern="1200" cap="none" spc="0" normalizeH="0" baseline="0" noProof="0">
                  <a:ln>
                    <a:noFill/>
                  </a:ln>
                  <a:solidFill>
                    <a:srgbClr val="000000"/>
                  </a:solidFill>
                  <a:effectLst/>
                  <a:uLnTx/>
                  <a:uFillTx/>
                  <a:latin typeface="Figtree"/>
                </a:rPr>
                <a:t> 0 WUE </a:t>
              </a:r>
              <a:r>
                <a:rPr kumimoji="0" lang="en-US" sz="2800" b="0" i="0" u="none" strike="noStrike" kern="1200" cap="none" spc="0" normalizeH="0" baseline="0" noProof="0">
                  <a:ln>
                    <a:noFill/>
                  </a:ln>
                  <a:solidFill>
                    <a:srgbClr val="000000"/>
                  </a:solidFill>
                  <a:effectLst/>
                  <a:uLnTx/>
                  <a:uFillTx/>
                  <a:latin typeface="Figtree"/>
                </a:rPr>
                <a:t>using sea-water cooling</a:t>
              </a:r>
              <a:endParaRPr kumimoji="0" lang="en-US" sz="2800" b="1" i="0" u="none" strike="noStrike" kern="1200" cap="none" spc="0" normalizeH="0" baseline="0" noProof="0">
                <a:ln>
                  <a:noFill/>
                </a:ln>
                <a:solidFill>
                  <a:srgbClr val="000000"/>
                </a:solidFill>
                <a:effectLst/>
                <a:uLnTx/>
                <a:uFillTx/>
                <a:latin typeface="Figtree"/>
              </a:endParaRPr>
            </a:p>
          </p:txBody>
        </p:sp>
        <p:sp>
          <p:nvSpPr>
            <p:cNvPr id="27" name="Text Placeholder 1">
              <a:extLst>
                <a:ext uri="{FF2B5EF4-FFF2-40B4-BE49-F238E27FC236}">
                  <a16:creationId xmlns:a16="http://schemas.microsoft.com/office/drawing/2014/main" id="{C75D3211-622B-C510-7AFC-8BA00BC4FE7D}"/>
                </a:ext>
              </a:extLst>
            </p:cNvPr>
            <p:cNvSpPr txBox="1">
              <a:spLocks/>
            </p:cNvSpPr>
            <p:nvPr/>
          </p:nvSpPr>
          <p:spPr>
            <a:xfrm>
              <a:off x="11054677" y="11101580"/>
              <a:ext cx="6103768" cy="1080000"/>
            </a:xfrm>
            <a:prstGeom prst="rect">
              <a:avLst/>
            </a:prstGeom>
          </p:spPr>
          <p:txBody>
            <a:bodyPr lIns="0" tIns="0" rIns="0" bIns="0" anchor="ctr">
              <a:noAutofit/>
            </a:bodyPr>
            <a:lstStyle>
              <a:defPPr>
                <a:defRPr lang="en-PT"/>
              </a:defPPr>
              <a:lvl1pPr indent="0" defTabSz="914263">
                <a:lnSpc>
                  <a:spcPct val="100000"/>
                </a:lnSpc>
                <a:spcBef>
                  <a:spcPts val="0"/>
                </a:spcBef>
                <a:buFont typeface="Arial" panose="020B0604020202020204" pitchFamily="34" charset="0"/>
                <a:buNone/>
                <a:defRPr sz="1200" b="0" i="0"/>
              </a:lvl1pPr>
              <a:lvl2pPr marL="457132" indent="0" defTabSz="914263">
                <a:lnSpc>
                  <a:spcPct val="90000"/>
                </a:lnSpc>
                <a:spcBef>
                  <a:spcPts val="500"/>
                </a:spcBef>
                <a:buFont typeface="Arial" panose="020B0604020202020204" pitchFamily="34" charset="0"/>
                <a:buNone/>
              </a:lvl2pPr>
              <a:lvl3pPr marL="914263" indent="0" defTabSz="914263">
                <a:lnSpc>
                  <a:spcPct val="90000"/>
                </a:lnSpc>
                <a:spcBef>
                  <a:spcPts val="500"/>
                </a:spcBef>
                <a:buFont typeface="Arial" panose="020B0604020202020204" pitchFamily="34" charset="0"/>
                <a:buNone/>
              </a:lvl3pPr>
              <a:lvl4pPr marL="1371394" indent="0" defTabSz="914263">
                <a:lnSpc>
                  <a:spcPct val="90000"/>
                </a:lnSpc>
                <a:spcBef>
                  <a:spcPts val="500"/>
                </a:spcBef>
                <a:buFont typeface="Arial" panose="020B0604020202020204" pitchFamily="34" charset="0"/>
                <a:buNone/>
              </a:lvl4pPr>
              <a:lvl5pPr marL="1828526" indent="0" defTabSz="914263">
                <a:lnSpc>
                  <a:spcPct val="90000"/>
                </a:lnSpc>
                <a:spcBef>
                  <a:spcPts val="500"/>
                </a:spcBef>
                <a:buFont typeface="Arial" panose="020B0604020202020204" pitchFamily="34" charset="0"/>
                <a:buNone/>
              </a:lvl5pPr>
              <a:lvl6pPr marL="2285657" indent="0" defTabSz="914263">
                <a:lnSpc>
                  <a:spcPct val="90000"/>
                </a:lnSpc>
                <a:spcBef>
                  <a:spcPts val="500"/>
                </a:spcBef>
                <a:buFont typeface="Arial" panose="020B0604020202020204" pitchFamily="34" charset="0"/>
                <a:buNone/>
              </a:lvl6pPr>
              <a:lvl7pPr marL="2742788" indent="0" defTabSz="914263">
                <a:lnSpc>
                  <a:spcPct val="90000"/>
                </a:lnSpc>
                <a:spcBef>
                  <a:spcPts val="500"/>
                </a:spcBef>
                <a:buFont typeface="Arial" panose="020B0604020202020204" pitchFamily="34" charset="0"/>
                <a:buNone/>
              </a:lvl7pPr>
              <a:lvl8pPr marL="3199920" indent="0" defTabSz="914263">
                <a:lnSpc>
                  <a:spcPct val="90000"/>
                </a:lnSpc>
                <a:spcBef>
                  <a:spcPts val="500"/>
                </a:spcBef>
                <a:buFont typeface="Arial" panose="020B0604020202020204" pitchFamily="34" charset="0"/>
                <a:buNone/>
              </a:lvl8pPr>
              <a:lvl9pPr marL="3657051" indent="0" defTabSz="914263">
                <a:lnSpc>
                  <a:spcPct val="90000"/>
                </a:lnSpc>
                <a:spcBef>
                  <a:spcPts val="500"/>
                </a:spcBef>
                <a:buFont typeface="Arial" panose="020B0604020202020204" pitchFamily="34" charset="0"/>
                <a:buNone/>
              </a:lvl9pPr>
            </a:lstStyle>
            <a:p>
              <a:pPr marL="0" marR="0" lvl="0" indent="0" algn="l" defTabSz="1828526"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800" b="1" i="0" u="none" strike="noStrike" kern="1200" cap="none" spc="0" normalizeH="0" baseline="0" noProof="0">
                  <a:ln>
                    <a:noFill/>
                  </a:ln>
                  <a:solidFill>
                    <a:srgbClr val="000000"/>
                  </a:solidFill>
                  <a:effectLst/>
                  <a:uLnTx/>
                  <a:uFillTx/>
                  <a:latin typeface="Figtree" pitchFamily="2" charset="0"/>
                  <a:ea typeface="+mn-ea"/>
                  <a:cs typeface="+mn-cs"/>
                </a:rPr>
                <a:t>Low latencies </a:t>
              </a:r>
              <a:r>
                <a:rPr kumimoji="0" lang="en-US" sz="2800" b="0" i="0" u="none" strike="noStrike" kern="1200" cap="none" spc="0" normalizeH="0" baseline="0" noProof="0">
                  <a:ln>
                    <a:noFill/>
                  </a:ln>
                  <a:solidFill>
                    <a:srgbClr val="000000"/>
                  </a:solidFill>
                  <a:effectLst/>
                  <a:uLnTx/>
                  <a:uFillTx/>
                  <a:latin typeface="Figtree" pitchFamily="2" charset="0"/>
                  <a:ea typeface="+mn-ea"/>
                  <a:cs typeface="+mn-cs"/>
                </a:rPr>
                <a:t>to all major cities</a:t>
              </a:r>
            </a:p>
          </p:txBody>
        </p:sp>
      </p:grpSp>
      <p:pic>
        <p:nvPicPr>
          <p:cNvPr id="31" name="Graphic 30" descr="Network outline">
            <a:extLst>
              <a:ext uri="{FF2B5EF4-FFF2-40B4-BE49-F238E27FC236}">
                <a16:creationId xmlns:a16="http://schemas.microsoft.com/office/drawing/2014/main" id="{A092B714-3AA1-B57A-640D-EFBFE8715EF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517726" y="11243744"/>
            <a:ext cx="1080000" cy="1080000"/>
          </a:xfrm>
          <a:prstGeom prst="rect">
            <a:avLst/>
          </a:prstGeom>
        </p:spPr>
      </p:pic>
      <p:sp>
        <p:nvSpPr>
          <p:cNvPr id="4" name="Text Placeholder 1">
            <a:extLst>
              <a:ext uri="{FF2B5EF4-FFF2-40B4-BE49-F238E27FC236}">
                <a16:creationId xmlns:a16="http://schemas.microsoft.com/office/drawing/2014/main" id="{AE400008-F3DE-70C8-D8E6-CEDCFFA798CD}"/>
              </a:ext>
            </a:extLst>
          </p:cNvPr>
          <p:cNvSpPr txBox="1">
            <a:spLocks/>
          </p:cNvSpPr>
          <p:nvPr/>
        </p:nvSpPr>
        <p:spPr>
          <a:xfrm>
            <a:off x="525707" y="9887313"/>
            <a:ext cx="7840800" cy="1440000"/>
          </a:xfrm>
          <a:prstGeom prst="rect">
            <a:avLst/>
          </a:prstGeom>
        </p:spPr>
        <p:txBody>
          <a:bodyPr lIns="72000" tIns="36000" rIns="72000" bIns="36000" anchor="t">
            <a:noAutofit/>
          </a:bodyPr>
          <a:lstStyle>
            <a:defPPr>
              <a:defRPr lang="en-PT"/>
            </a:defPPr>
            <a:lvl1pPr indent="0" defTabSz="914263">
              <a:lnSpc>
                <a:spcPct val="100000"/>
              </a:lnSpc>
              <a:spcBef>
                <a:spcPts val="0"/>
              </a:spcBef>
              <a:buFont typeface="Arial" panose="020B0604020202020204" pitchFamily="34" charset="0"/>
              <a:buNone/>
              <a:defRPr sz="1200" b="0" i="0"/>
            </a:lvl1pPr>
            <a:lvl2pPr marL="457132" indent="0" defTabSz="914263">
              <a:lnSpc>
                <a:spcPct val="90000"/>
              </a:lnSpc>
              <a:spcBef>
                <a:spcPts val="500"/>
              </a:spcBef>
              <a:buFont typeface="Arial" panose="020B0604020202020204" pitchFamily="34" charset="0"/>
              <a:buNone/>
            </a:lvl2pPr>
            <a:lvl3pPr marL="914263" indent="0" defTabSz="914263">
              <a:lnSpc>
                <a:spcPct val="90000"/>
              </a:lnSpc>
              <a:spcBef>
                <a:spcPts val="500"/>
              </a:spcBef>
              <a:buFont typeface="Arial" panose="020B0604020202020204" pitchFamily="34" charset="0"/>
              <a:buNone/>
            </a:lvl3pPr>
            <a:lvl4pPr marL="1371394" indent="0" defTabSz="914263">
              <a:lnSpc>
                <a:spcPct val="90000"/>
              </a:lnSpc>
              <a:spcBef>
                <a:spcPts val="500"/>
              </a:spcBef>
              <a:buFont typeface="Arial" panose="020B0604020202020204" pitchFamily="34" charset="0"/>
              <a:buNone/>
            </a:lvl4pPr>
            <a:lvl5pPr marL="1828526" indent="0" defTabSz="914263">
              <a:lnSpc>
                <a:spcPct val="90000"/>
              </a:lnSpc>
              <a:spcBef>
                <a:spcPts val="500"/>
              </a:spcBef>
              <a:buFont typeface="Arial" panose="020B0604020202020204" pitchFamily="34" charset="0"/>
              <a:buNone/>
            </a:lvl5pPr>
            <a:lvl6pPr marL="2285657" indent="0" defTabSz="914263">
              <a:lnSpc>
                <a:spcPct val="90000"/>
              </a:lnSpc>
              <a:spcBef>
                <a:spcPts val="500"/>
              </a:spcBef>
              <a:buFont typeface="Arial" panose="020B0604020202020204" pitchFamily="34" charset="0"/>
              <a:buNone/>
            </a:lvl6pPr>
            <a:lvl7pPr marL="2742788" indent="0" defTabSz="914263">
              <a:lnSpc>
                <a:spcPct val="90000"/>
              </a:lnSpc>
              <a:spcBef>
                <a:spcPts val="500"/>
              </a:spcBef>
              <a:buFont typeface="Arial" panose="020B0604020202020204" pitchFamily="34" charset="0"/>
              <a:buNone/>
            </a:lvl7pPr>
            <a:lvl8pPr marL="3199920" indent="0" defTabSz="914263">
              <a:lnSpc>
                <a:spcPct val="90000"/>
              </a:lnSpc>
              <a:spcBef>
                <a:spcPts val="500"/>
              </a:spcBef>
              <a:buFont typeface="Arial" panose="020B0604020202020204" pitchFamily="34" charset="0"/>
              <a:buNone/>
            </a:lvl8pPr>
            <a:lvl9pPr marL="3657051" indent="0" defTabSz="914263">
              <a:lnSpc>
                <a:spcPct val="90000"/>
              </a:lnSpc>
              <a:spcBef>
                <a:spcPts val="500"/>
              </a:spcBef>
              <a:buFont typeface="Arial" panose="020B0604020202020204" pitchFamily="34" charset="0"/>
              <a:buNone/>
            </a:lvl9pPr>
          </a:lstStyle>
          <a:p>
            <a:pPr marL="0" marR="0" lvl="1" indent="0" algn="l" defTabSz="914263" rtl="0" eaLnBrk="1" fontAlgn="auto" latinLnBrk="0" hangingPunct="1">
              <a:lnSpc>
                <a:spcPct val="100000"/>
              </a:lnSpc>
              <a:spcBef>
                <a:spcPts val="500"/>
              </a:spcBef>
              <a:spcAft>
                <a:spcPts val="0"/>
              </a:spcAft>
              <a:buClrTx/>
              <a:buSzPct val="120000"/>
              <a:buFont typeface="Arial" panose="020B0604020202020204" pitchFamily="34" charset="0"/>
              <a:buNone/>
              <a:tabLst/>
              <a:defRPr/>
            </a:pPr>
            <a:endParaRPr kumimoji="0" lang="en-US" sz="2800" b="0" i="0" u="none" strike="noStrike" kern="1200" cap="none" spc="0" normalizeH="0" baseline="0" noProof="0">
              <a:ln>
                <a:noFill/>
              </a:ln>
              <a:solidFill>
                <a:srgbClr val="000000"/>
              </a:solidFill>
              <a:effectLst/>
              <a:uLnTx/>
              <a:uFillTx/>
              <a:latin typeface="Figtree" pitchFamily="2" charset="0"/>
              <a:ea typeface="+mn-ea"/>
              <a:cs typeface="+mn-cs"/>
            </a:endParaRPr>
          </a:p>
        </p:txBody>
      </p:sp>
      <p:pic>
        <p:nvPicPr>
          <p:cNvPr id="6" name="Picture 5" descr="An aerial view of a large building&#10;&#10;AI-generated content may be incorrect.">
            <a:extLst>
              <a:ext uri="{FF2B5EF4-FFF2-40B4-BE49-F238E27FC236}">
                <a16:creationId xmlns:a16="http://schemas.microsoft.com/office/drawing/2014/main" id="{B56FC8C5-119D-8CD6-289F-8DB6E5DFB66B}"/>
              </a:ext>
            </a:extLst>
          </p:cNvPr>
          <p:cNvPicPr>
            <a:picLocks noChangeAspect="1"/>
          </p:cNvPicPr>
          <p:nvPr/>
        </p:nvPicPr>
        <p:blipFill>
          <a:blip r:embed="rId7" cstate="email">
            <a:extLst>
              <a:ext uri="{28A0092B-C50C-407E-A947-70E740481C1C}">
                <a14:useLocalDpi xmlns:a14="http://schemas.microsoft.com/office/drawing/2010/main"/>
              </a:ext>
            </a:extLst>
          </a:blip>
          <a:srcRect/>
          <a:stretch/>
        </p:blipFill>
        <p:spPr>
          <a:xfrm>
            <a:off x="634391" y="2104754"/>
            <a:ext cx="7723076" cy="3706538"/>
          </a:xfrm>
          <a:prstGeom prst="rect">
            <a:avLst/>
          </a:prstGeom>
        </p:spPr>
      </p:pic>
      <p:sp>
        <p:nvSpPr>
          <p:cNvPr id="26" name="TextBox 25">
            <a:extLst>
              <a:ext uri="{FF2B5EF4-FFF2-40B4-BE49-F238E27FC236}">
                <a16:creationId xmlns:a16="http://schemas.microsoft.com/office/drawing/2014/main" id="{2602A72B-D09D-842F-EEAF-7AC575DF9F77}"/>
              </a:ext>
            </a:extLst>
          </p:cNvPr>
          <p:cNvSpPr txBox="1"/>
          <p:nvPr/>
        </p:nvSpPr>
        <p:spPr>
          <a:xfrm>
            <a:off x="8890944" y="12925016"/>
            <a:ext cx="14896156" cy="461665"/>
          </a:xfrm>
          <a:prstGeom prst="rect">
            <a:avLst/>
          </a:prstGeom>
          <a:noFill/>
        </p:spPr>
        <p:txBody>
          <a:bodyPr wrap="square">
            <a:spAutoFit/>
          </a:bodyPr>
          <a:lstStyle/>
          <a:p>
            <a:pPr marL="0" marR="0" lvl="0" indent="0" algn="ctr" defTabSz="1828526"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C159"/>
                </a:solidFill>
                <a:effectLst/>
                <a:uLnTx/>
                <a:uFillTx/>
                <a:latin typeface="Figtree" pitchFamily="2" charset="0"/>
                <a:ea typeface="+mn-ea"/>
                <a:cs typeface="+mn-cs"/>
                <a:hlinkClick r:id="rId8"/>
              </a:rPr>
              <a:t>www.startcampus.pt</a:t>
            </a:r>
            <a:r>
              <a:rPr kumimoji="0" lang="en-US" sz="2400" b="0" i="0" u="none" strike="noStrike" kern="1200" cap="none" spc="0" normalizeH="0" baseline="0" noProof="0">
                <a:ln>
                  <a:noFill/>
                </a:ln>
                <a:solidFill>
                  <a:srgbClr val="00C159"/>
                </a:solidFill>
                <a:effectLst/>
                <a:uLnTx/>
                <a:uFillTx/>
                <a:latin typeface="Figtree" pitchFamily="2" charset="0"/>
                <a:ea typeface="+mn-ea"/>
                <a:cs typeface="+mn-cs"/>
              </a:rPr>
              <a:t> | </a:t>
            </a:r>
            <a:r>
              <a:rPr kumimoji="0" lang="en-US" sz="2400" b="0" i="0" u="none" strike="noStrike" kern="1200" cap="none" spc="0" normalizeH="0" baseline="0" noProof="0">
                <a:ln>
                  <a:noFill/>
                </a:ln>
                <a:solidFill>
                  <a:srgbClr val="000000"/>
                </a:solidFill>
                <a:effectLst/>
                <a:uLnTx/>
                <a:uFillTx/>
                <a:latin typeface="Figtree" pitchFamily="2" charset="0"/>
                <a:ea typeface="+mn-ea"/>
                <a:cs typeface="+mn-cs"/>
                <a:hlinkClick r:id="rId9">
                  <a:extLst>
                    <a:ext uri="{A12FA001-AC4F-418D-AE19-62706E023703}">
                      <ahyp:hlinkClr xmlns:ahyp="http://schemas.microsoft.com/office/drawing/2018/hyperlinkcolor" val="tx"/>
                    </a:ext>
                  </a:extLst>
                </a:hlinkClick>
              </a:rPr>
              <a:t>sales@startcampus.pt</a:t>
            </a:r>
            <a:r>
              <a:rPr kumimoji="0" lang="en-US" sz="2400" b="0" i="0" u="none" strike="noStrike" kern="1200" cap="none" spc="0" normalizeH="0" baseline="0" noProof="0">
                <a:ln>
                  <a:noFill/>
                </a:ln>
                <a:solidFill>
                  <a:srgbClr val="000000"/>
                </a:solidFill>
                <a:effectLst/>
                <a:uLnTx/>
                <a:uFillTx/>
                <a:latin typeface="Figtree" pitchFamily="2" charset="0"/>
                <a:ea typeface="+mn-ea"/>
                <a:cs typeface="+mn-cs"/>
              </a:rPr>
              <a:t>  </a:t>
            </a:r>
          </a:p>
        </p:txBody>
      </p:sp>
      <p:grpSp>
        <p:nvGrpSpPr>
          <p:cNvPr id="32" name="Group 31">
            <a:extLst>
              <a:ext uri="{FF2B5EF4-FFF2-40B4-BE49-F238E27FC236}">
                <a16:creationId xmlns:a16="http://schemas.microsoft.com/office/drawing/2014/main" id="{C0E95053-2C2E-033B-5152-30CD409A5835}"/>
              </a:ext>
            </a:extLst>
          </p:cNvPr>
          <p:cNvGrpSpPr/>
          <p:nvPr/>
        </p:nvGrpSpPr>
        <p:grpSpPr>
          <a:xfrm>
            <a:off x="18307786" y="8395626"/>
            <a:ext cx="5479314" cy="4103999"/>
            <a:chOff x="18616299" y="8392851"/>
            <a:chExt cx="5479314" cy="4375029"/>
          </a:xfrm>
        </p:grpSpPr>
        <p:sp>
          <p:nvSpPr>
            <p:cNvPr id="15" name="Rectangle: Rounded Corners 14">
              <a:extLst>
                <a:ext uri="{FF2B5EF4-FFF2-40B4-BE49-F238E27FC236}">
                  <a16:creationId xmlns:a16="http://schemas.microsoft.com/office/drawing/2014/main" id="{BF837A7E-2133-AE09-03D1-D30868A553E7}"/>
                </a:ext>
              </a:extLst>
            </p:cNvPr>
            <p:cNvSpPr/>
            <p:nvPr/>
          </p:nvSpPr>
          <p:spPr>
            <a:xfrm>
              <a:off x="18616299" y="10715880"/>
              <a:ext cx="2628000" cy="2052000"/>
            </a:xfrm>
            <a:prstGeom prst="roundRect">
              <a:avLst>
                <a:gd name="adj" fmla="val 7977"/>
              </a:avLst>
            </a:prstGeom>
            <a:solidFill>
              <a:schemeClr val="accent1"/>
            </a:solidFill>
            <a:ln w="57150">
              <a:noFill/>
            </a:ln>
            <a:effectLst/>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1828800" rtl="0" eaLnBrk="1" fontAlgn="auto" latinLnBrk="0" hangingPunct="1">
                <a:lnSpc>
                  <a:spcPct val="80000"/>
                </a:lnSpc>
                <a:spcBef>
                  <a:spcPts val="0"/>
                </a:spcBef>
                <a:spcAft>
                  <a:spcPts val="800"/>
                </a:spcAft>
                <a:buClrTx/>
                <a:buSzTx/>
                <a:buFontTx/>
                <a:buNone/>
                <a:tabLst/>
                <a:defRPr/>
              </a:pPr>
              <a:r>
                <a:rPr lang="en-US" sz="4000" b="1">
                  <a:solidFill>
                    <a:srgbClr val="FFFFFF"/>
                  </a:solidFill>
                  <a:latin typeface="Figtree" pitchFamily="2" charset="0"/>
                </a:rPr>
                <a:t>2027</a:t>
              </a:r>
              <a:endParaRPr kumimoji="0" lang="en-US" sz="4000" b="1" i="0" u="none" strike="noStrike" kern="1200" cap="none" spc="0" normalizeH="0" baseline="0" noProof="0">
                <a:ln>
                  <a:noFill/>
                </a:ln>
                <a:solidFill>
                  <a:srgbClr val="FFFFFF"/>
                </a:solidFill>
                <a:effectLst/>
                <a:uLnTx/>
                <a:uFillTx/>
                <a:latin typeface="Figtree" pitchFamily="2" charset="0"/>
                <a:ea typeface="+mn-ea"/>
                <a:cs typeface="+mn-cs"/>
              </a:endParaRPr>
            </a:p>
            <a:p>
              <a:pPr marL="0" marR="0" lvl="0" indent="0" algn="ctr" defTabSz="1828800" rtl="0" eaLnBrk="1" fontAlgn="auto" latinLnBrk="0" hangingPunct="1">
                <a:lnSpc>
                  <a:spcPct val="80000"/>
                </a:lnSpc>
                <a:spcBef>
                  <a:spcPts val="0"/>
                </a:spcBef>
                <a:spcAft>
                  <a:spcPts val="800"/>
                </a:spcAft>
                <a:buClrTx/>
                <a:buSzTx/>
                <a:buFontTx/>
                <a:buNone/>
                <a:tabLst/>
                <a:defRPr/>
              </a:pPr>
              <a:r>
                <a:rPr kumimoji="0" lang="en-US" sz="2400" b="0" i="0" u="none" strike="noStrike" kern="1200" cap="none" spc="0" normalizeH="0" baseline="0" noProof="0">
                  <a:ln>
                    <a:noFill/>
                  </a:ln>
                  <a:solidFill>
                    <a:srgbClr val="FFFFFF"/>
                  </a:solidFill>
                  <a:effectLst/>
                  <a:uLnTx/>
                  <a:uFillTx/>
                  <a:latin typeface="Figtree" pitchFamily="2" charset="0"/>
                  <a:ea typeface="+mn-ea"/>
                  <a:cs typeface="+mn-cs"/>
                </a:rPr>
                <a:t>60MW+ capacity available</a:t>
              </a:r>
              <a:endParaRPr kumimoji="0" lang="en-GB" sz="2400" b="0" i="0" u="none" strike="noStrike" kern="1200" cap="none" spc="0" normalizeH="0" baseline="0" noProof="0">
                <a:ln>
                  <a:noFill/>
                </a:ln>
                <a:solidFill>
                  <a:srgbClr val="FFFFFF"/>
                </a:solidFill>
                <a:effectLst/>
                <a:uLnTx/>
                <a:uFillTx/>
                <a:latin typeface="Figtree" pitchFamily="2" charset="0"/>
                <a:ea typeface="+mn-ea"/>
                <a:cs typeface="+mn-cs"/>
              </a:endParaRPr>
            </a:p>
          </p:txBody>
        </p:sp>
        <p:sp>
          <p:nvSpPr>
            <p:cNvPr id="19" name="Rectangle: Rounded Corners 18">
              <a:extLst>
                <a:ext uri="{FF2B5EF4-FFF2-40B4-BE49-F238E27FC236}">
                  <a16:creationId xmlns:a16="http://schemas.microsoft.com/office/drawing/2014/main" id="{484D5691-62EE-49AF-F457-7802C6BEB848}"/>
                </a:ext>
              </a:extLst>
            </p:cNvPr>
            <p:cNvSpPr/>
            <p:nvPr/>
          </p:nvSpPr>
          <p:spPr>
            <a:xfrm>
              <a:off x="21467613" y="10715880"/>
              <a:ext cx="2628000" cy="2052000"/>
            </a:xfrm>
            <a:prstGeom prst="roundRect">
              <a:avLst>
                <a:gd name="adj" fmla="val 7977"/>
              </a:avLst>
            </a:prstGeom>
            <a:solidFill>
              <a:schemeClr val="accent1"/>
            </a:solidFill>
            <a:ln w="57150">
              <a:noFill/>
            </a:ln>
            <a:effectLst/>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1828800" rtl="0" eaLnBrk="1" fontAlgn="auto" latinLnBrk="0" hangingPunct="1">
                <a:lnSpc>
                  <a:spcPct val="80000"/>
                </a:lnSpc>
                <a:spcBef>
                  <a:spcPts val="0"/>
                </a:spcBef>
                <a:spcAft>
                  <a:spcPts val="800"/>
                </a:spcAft>
                <a:buClrTx/>
                <a:buSzTx/>
                <a:buFontTx/>
                <a:buNone/>
                <a:tabLst/>
                <a:defRPr/>
              </a:pPr>
              <a:r>
                <a:rPr kumimoji="0" lang="en-US" sz="4000" b="1" i="0" u="none" strike="noStrike" kern="1200" cap="none" spc="0" normalizeH="0" baseline="0" noProof="0">
                  <a:ln>
                    <a:noFill/>
                  </a:ln>
                  <a:solidFill>
                    <a:srgbClr val="FFFFFF"/>
                  </a:solidFill>
                  <a:effectLst/>
                  <a:uLnTx/>
                  <a:uFillTx/>
                  <a:latin typeface="Figtree" pitchFamily="2" charset="0"/>
                  <a:ea typeface="+mn-ea"/>
                  <a:cs typeface="+mn-cs"/>
                </a:rPr>
                <a:t>600kW</a:t>
              </a:r>
              <a:br>
                <a:rPr kumimoji="0" lang="en-US" sz="3600" b="0" i="0" u="none" strike="noStrike" kern="1200" cap="none" spc="0" normalizeH="0" baseline="0" noProof="0">
                  <a:ln>
                    <a:noFill/>
                  </a:ln>
                  <a:solidFill>
                    <a:srgbClr val="FFFFFF"/>
                  </a:solidFill>
                  <a:effectLst/>
                  <a:uLnTx/>
                  <a:uFillTx/>
                  <a:latin typeface="Figtree Black" pitchFamily="2" charset="0"/>
                  <a:ea typeface="+mn-ea"/>
                  <a:cs typeface="+mn-cs"/>
                </a:rPr>
              </a:br>
              <a:r>
                <a:rPr kumimoji="0" lang="en-US" sz="2400" b="0" i="0" u="none" strike="noStrike" kern="1200" cap="none" spc="0" normalizeH="0" baseline="0" noProof="0">
                  <a:ln>
                    <a:noFill/>
                  </a:ln>
                  <a:solidFill>
                    <a:srgbClr val="FFFFFF"/>
                  </a:solidFill>
                  <a:effectLst/>
                  <a:uLnTx/>
                  <a:uFillTx/>
                  <a:latin typeface="Figtree" pitchFamily="2" charset="0"/>
                  <a:ea typeface="+mn-ea"/>
                  <a:cs typeface="+mn-cs"/>
                </a:rPr>
                <a:t>racks </a:t>
              </a:r>
              <a:br>
                <a:rPr kumimoji="0" lang="en-US" sz="2400" b="0" i="0" u="none" strike="noStrike" kern="1200" cap="none" spc="0" normalizeH="0" baseline="0" noProof="0">
                  <a:ln>
                    <a:noFill/>
                  </a:ln>
                  <a:solidFill>
                    <a:srgbClr val="FFFFFF"/>
                  </a:solidFill>
                  <a:effectLst/>
                  <a:uLnTx/>
                  <a:uFillTx/>
                  <a:latin typeface="Figtree" pitchFamily="2" charset="0"/>
                  <a:ea typeface="+mn-ea"/>
                  <a:cs typeface="+mn-cs"/>
                </a:rPr>
              </a:br>
              <a:r>
                <a:rPr kumimoji="0" lang="en-US" sz="2400" b="0" i="0" u="none" strike="noStrike" kern="1200" cap="none" spc="0" normalizeH="0" baseline="0" noProof="0">
                  <a:ln>
                    <a:noFill/>
                  </a:ln>
                  <a:solidFill>
                    <a:srgbClr val="FFFFFF"/>
                  </a:solidFill>
                  <a:effectLst/>
                  <a:uLnTx/>
                  <a:uFillTx/>
                  <a:latin typeface="Figtree" pitchFamily="2" charset="0"/>
                  <a:ea typeface="+mn-ea"/>
                  <a:cs typeface="+mn-cs"/>
                </a:rPr>
                <a:t>supported</a:t>
              </a:r>
              <a:endParaRPr kumimoji="0" lang="en-GB" sz="2400" b="0" i="0" u="none" strike="noStrike" kern="1200" cap="none" spc="0" normalizeH="0" baseline="0" noProof="0">
                <a:ln>
                  <a:noFill/>
                </a:ln>
                <a:solidFill>
                  <a:srgbClr val="FFFFFF"/>
                </a:solidFill>
                <a:effectLst/>
                <a:uLnTx/>
                <a:uFillTx/>
                <a:latin typeface="Figtree" pitchFamily="2" charset="0"/>
                <a:ea typeface="+mn-ea"/>
                <a:cs typeface="+mn-cs"/>
              </a:endParaRPr>
            </a:p>
          </p:txBody>
        </p:sp>
        <p:sp>
          <p:nvSpPr>
            <p:cNvPr id="22" name="Rectangle: Rounded Corners 21">
              <a:extLst>
                <a:ext uri="{FF2B5EF4-FFF2-40B4-BE49-F238E27FC236}">
                  <a16:creationId xmlns:a16="http://schemas.microsoft.com/office/drawing/2014/main" id="{254D45F1-4AAF-4CC7-8754-E73C8783654E}"/>
                </a:ext>
              </a:extLst>
            </p:cNvPr>
            <p:cNvSpPr/>
            <p:nvPr/>
          </p:nvSpPr>
          <p:spPr>
            <a:xfrm>
              <a:off x="18616299" y="8392851"/>
              <a:ext cx="2628000" cy="2052000"/>
            </a:xfrm>
            <a:prstGeom prst="roundRect">
              <a:avLst>
                <a:gd name="adj" fmla="val 7977"/>
              </a:avLst>
            </a:prstGeom>
            <a:solidFill>
              <a:schemeClr val="accent1"/>
            </a:solidFill>
            <a:ln w="57150">
              <a:noFill/>
            </a:ln>
            <a:effectLst/>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1828800" rtl="0" eaLnBrk="1" fontAlgn="auto" latinLnBrk="0" hangingPunct="1">
                <a:lnSpc>
                  <a:spcPct val="80000"/>
                </a:lnSpc>
                <a:spcBef>
                  <a:spcPts val="0"/>
                </a:spcBef>
                <a:spcAft>
                  <a:spcPts val="800"/>
                </a:spcAft>
                <a:buClrTx/>
                <a:buSzTx/>
                <a:buFontTx/>
                <a:buNone/>
                <a:tabLst/>
                <a:defRPr/>
              </a:pPr>
              <a:r>
                <a:rPr kumimoji="0" lang="en-US" sz="4000" b="1" i="0" u="none" strike="noStrike" kern="1200" cap="none" spc="0" normalizeH="0" baseline="0" noProof="0">
                  <a:ln>
                    <a:noFill/>
                  </a:ln>
                  <a:solidFill>
                    <a:srgbClr val="FFFFFF"/>
                  </a:solidFill>
                  <a:effectLst/>
                  <a:uLnTx/>
                  <a:uFillTx/>
                  <a:latin typeface="Figtree" pitchFamily="2" charset="0"/>
                  <a:ea typeface="+mn-ea"/>
                  <a:cs typeface="+mn-cs"/>
                </a:rPr>
                <a:t>1.2 GW</a:t>
              </a:r>
              <a:br>
                <a:rPr kumimoji="0" lang="en-US" sz="2400" b="0" i="0" u="none" strike="noStrike" kern="1200" cap="none" spc="0" normalizeH="0" baseline="0" noProof="0">
                  <a:ln>
                    <a:noFill/>
                  </a:ln>
                  <a:solidFill>
                    <a:srgbClr val="FFFFFF"/>
                  </a:solidFill>
                  <a:effectLst/>
                  <a:uLnTx/>
                  <a:uFillTx/>
                  <a:latin typeface="Figtree" pitchFamily="2" charset="0"/>
                  <a:ea typeface="+mn-ea"/>
                  <a:cs typeface="+mn-cs"/>
                </a:rPr>
              </a:br>
              <a:r>
                <a:rPr kumimoji="0" lang="en-US" sz="2400" b="0" i="0" u="none" strike="noStrike" kern="1200" cap="none" spc="0" normalizeH="0" baseline="0" noProof="0">
                  <a:ln>
                    <a:noFill/>
                  </a:ln>
                  <a:solidFill>
                    <a:srgbClr val="FFFFFF"/>
                  </a:solidFill>
                  <a:effectLst/>
                  <a:uLnTx/>
                  <a:uFillTx/>
                  <a:latin typeface="Figtree" pitchFamily="2" charset="0"/>
                  <a:ea typeface="+mn-ea"/>
                  <a:cs typeface="+mn-cs"/>
                </a:rPr>
                <a:t>IT capacity</a:t>
              </a:r>
              <a:endParaRPr kumimoji="0" lang="en-GB" sz="2400" b="0" i="0" u="none" strike="noStrike" kern="1200" cap="none" spc="0" normalizeH="0" baseline="0" noProof="0">
                <a:ln>
                  <a:noFill/>
                </a:ln>
                <a:solidFill>
                  <a:srgbClr val="FFFFFF"/>
                </a:solidFill>
                <a:effectLst/>
                <a:uLnTx/>
                <a:uFillTx/>
                <a:latin typeface="Figtree" pitchFamily="2" charset="0"/>
                <a:ea typeface="+mn-ea"/>
                <a:cs typeface="+mn-cs"/>
              </a:endParaRPr>
            </a:p>
          </p:txBody>
        </p:sp>
        <p:sp>
          <p:nvSpPr>
            <p:cNvPr id="23" name="Rectangle: Rounded Corners 22">
              <a:extLst>
                <a:ext uri="{FF2B5EF4-FFF2-40B4-BE49-F238E27FC236}">
                  <a16:creationId xmlns:a16="http://schemas.microsoft.com/office/drawing/2014/main" id="{6F0C2F21-96CF-5C43-0EC4-29322B1BB394}"/>
                </a:ext>
              </a:extLst>
            </p:cNvPr>
            <p:cNvSpPr/>
            <p:nvPr/>
          </p:nvSpPr>
          <p:spPr>
            <a:xfrm>
              <a:off x="21467613" y="8392851"/>
              <a:ext cx="2628000" cy="2051999"/>
            </a:xfrm>
            <a:prstGeom prst="roundRect">
              <a:avLst>
                <a:gd name="adj" fmla="val 7977"/>
              </a:avLst>
            </a:prstGeom>
            <a:solidFill>
              <a:schemeClr val="accent1"/>
            </a:solidFill>
            <a:ln w="57150">
              <a:noFill/>
            </a:ln>
            <a:effectLst/>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1828800" rtl="0" eaLnBrk="1" fontAlgn="auto" latinLnBrk="0" hangingPunct="1">
                <a:lnSpc>
                  <a:spcPct val="80000"/>
                </a:lnSpc>
                <a:spcBef>
                  <a:spcPts val="0"/>
                </a:spcBef>
                <a:spcAft>
                  <a:spcPts val="800"/>
                </a:spcAft>
                <a:buClrTx/>
                <a:buSzTx/>
                <a:buFontTx/>
                <a:buNone/>
                <a:tabLst/>
                <a:defRPr/>
              </a:pPr>
              <a:r>
                <a:rPr kumimoji="0" lang="en-US" sz="4000" b="1" i="0" u="none" strike="noStrike" kern="1200" cap="none" spc="0" normalizeH="0" baseline="0" noProof="0">
                  <a:ln>
                    <a:noFill/>
                  </a:ln>
                  <a:solidFill>
                    <a:srgbClr val="FFFFFF"/>
                  </a:solidFill>
                  <a:effectLst/>
                  <a:uLnTx/>
                  <a:uFillTx/>
                  <a:latin typeface="Figtree" pitchFamily="2" charset="0"/>
                  <a:ea typeface="+mn-ea"/>
                  <a:cs typeface="+mn-cs"/>
                </a:rPr>
                <a:t>100%</a:t>
              </a:r>
            </a:p>
            <a:p>
              <a:pPr marL="0" marR="0" lvl="0" indent="0" algn="ctr" defTabSz="1828800" rtl="0" eaLnBrk="1" fontAlgn="auto" latinLnBrk="0" hangingPunct="1">
                <a:lnSpc>
                  <a:spcPct val="80000"/>
                </a:lnSpc>
                <a:spcBef>
                  <a:spcPts val="0"/>
                </a:spcBef>
                <a:spcAft>
                  <a:spcPts val="800"/>
                </a:spcAft>
                <a:buClrTx/>
                <a:buSzTx/>
                <a:buFontTx/>
                <a:buNone/>
                <a:tabLst/>
                <a:defRPr/>
              </a:pPr>
              <a:r>
                <a:rPr kumimoji="0" lang="en-US" sz="2400" b="0" i="0" u="none" strike="noStrike" kern="1200" cap="none" spc="0" normalizeH="0" baseline="0" noProof="0">
                  <a:ln>
                    <a:noFill/>
                  </a:ln>
                  <a:solidFill>
                    <a:srgbClr val="FFFFFF"/>
                  </a:solidFill>
                  <a:effectLst/>
                  <a:uLnTx/>
                  <a:uFillTx/>
                  <a:latin typeface="Figtree" pitchFamily="2" charset="0"/>
                  <a:ea typeface="+mn-ea"/>
                  <a:cs typeface="+mn-cs"/>
                </a:rPr>
                <a:t>grid capacity secured</a:t>
              </a:r>
              <a:endParaRPr kumimoji="0" lang="en-GB" sz="2400" b="0" i="0" u="none" strike="noStrike" kern="1200" cap="none" spc="0" normalizeH="0" baseline="0" noProof="0">
                <a:ln>
                  <a:noFill/>
                </a:ln>
                <a:solidFill>
                  <a:srgbClr val="FFFFFF"/>
                </a:solidFill>
                <a:effectLst/>
                <a:uLnTx/>
                <a:uFillTx/>
                <a:latin typeface="Figtree" pitchFamily="2" charset="0"/>
                <a:ea typeface="+mn-ea"/>
                <a:cs typeface="+mn-cs"/>
              </a:endParaRPr>
            </a:p>
          </p:txBody>
        </p:sp>
      </p:grpSp>
      <p:sp>
        <p:nvSpPr>
          <p:cNvPr id="53" name="TextBox 52">
            <a:extLst>
              <a:ext uri="{FF2B5EF4-FFF2-40B4-BE49-F238E27FC236}">
                <a16:creationId xmlns:a16="http://schemas.microsoft.com/office/drawing/2014/main" id="{E7EBF861-CC7B-C431-A3CC-41CED1C6B105}"/>
              </a:ext>
            </a:extLst>
          </p:cNvPr>
          <p:cNvSpPr txBox="1"/>
          <p:nvPr/>
        </p:nvSpPr>
        <p:spPr>
          <a:xfrm>
            <a:off x="694026" y="2163831"/>
            <a:ext cx="1035860" cy="461665"/>
          </a:xfrm>
          <a:prstGeom prst="rect">
            <a:avLst/>
          </a:prstGeom>
          <a:noFill/>
        </p:spPr>
        <p:txBody>
          <a:bodyPr wrap="square" rtlCol="0">
            <a:spAutoFit/>
          </a:bodyPr>
          <a:lstStyle/>
          <a:p>
            <a:pPr marL="0" marR="0" lvl="0" indent="0" algn="r" defTabSz="1828891"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EDEBEB"/>
                </a:solidFill>
                <a:effectLst/>
                <a:uLnTx/>
                <a:uFillTx/>
                <a:latin typeface="Figtree" pitchFamily="2" charset="0"/>
                <a:ea typeface="+mn-ea"/>
                <a:cs typeface="+mn-cs"/>
              </a:rPr>
              <a:t>SIN01</a:t>
            </a:r>
            <a:endParaRPr kumimoji="0" lang="en-GB" sz="2400" b="1" i="0" u="none" strike="noStrike" kern="1200" cap="none" spc="0" normalizeH="0" baseline="0" noProof="0">
              <a:ln>
                <a:noFill/>
              </a:ln>
              <a:solidFill>
                <a:srgbClr val="EDEBEB"/>
              </a:solidFill>
              <a:effectLst/>
              <a:uLnTx/>
              <a:uFillTx/>
              <a:latin typeface="Figtree" pitchFamily="2" charset="0"/>
              <a:ea typeface="+mn-ea"/>
              <a:cs typeface="+mn-cs"/>
            </a:endParaRPr>
          </a:p>
        </p:txBody>
      </p:sp>
      <p:pic>
        <p:nvPicPr>
          <p:cNvPr id="5" name="Picture 4">
            <a:extLst>
              <a:ext uri="{FF2B5EF4-FFF2-40B4-BE49-F238E27FC236}">
                <a16:creationId xmlns:a16="http://schemas.microsoft.com/office/drawing/2014/main" id="{1BC7EFAF-AA61-0BB8-7DCC-2FF25BA131AE}"/>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782139" y="12167304"/>
            <a:ext cx="1850522" cy="874529"/>
          </a:xfrm>
          <a:prstGeom prst="rect">
            <a:avLst/>
          </a:prstGeom>
        </p:spPr>
      </p:pic>
      <p:pic>
        <p:nvPicPr>
          <p:cNvPr id="9" name="Picture 8">
            <a:extLst>
              <a:ext uri="{FF2B5EF4-FFF2-40B4-BE49-F238E27FC236}">
                <a16:creationId xmlns:a16="http://schemas.microsoft.com/office/drawing/2014/main" id="{07D57BD1-79A1-36B1-921F-FDDB9C880EC2}"/>
              </a:ext>
            </a:extLst>
          </p:cNvPr>
          <p:cNvPicPr>
            <a:picLocks noChangeAspect="1"/>
          </p:cNvPicPr>
          <p:nvPr/>
        </p:nvPicPr>
        <p:blipFill>
          <a:blip r:embed="rId11" cstate="email">
            <a:extLst>
              <a:ext uri="{28A0092B-C50C-407E-A947-70E740481C1C}">
                <a14:useLocalDpi xmlns:a14="http://schemas.microsoft.com/office/drawing/2010/main"/>
              </a:ext>
            </a:extLst>
          </a:blip>
          <a:stretch>
            <a:fillRect/>
          </a:stretch>
        </p:blipFill>
        <p:spPr>
          <a:xfrm>
            <a:off x="2938362" y="12091864"/>
            <a:ext cx="776165" cy="993492"/>
          </a:xfrm>
          <a:prstGeom prst="rect">
            <a:avLst/>
          </a:prstGeom>
        </p:spPr>
      </p:pic>
      <p:pic>
        <p:nvPicPr>
          <p:cNvPr id="3" name="Picture 2">
            <a:extLst>
              <a:ext uri="{FF2B5EF4-FFF2-40B4-BE49-F238E27FC236}">
                <a16:creationId xmlns:a16="http://schemas.microsoft.com/office/drawing/2014/main" id="{5667960D-E65B-FD5F-6F2C-6DDA5406820C}"/>
              </a:ext>
            </a:extLst>
          </p:cNvPr>
          <p:cNvPicPr>
            <a:picLocks noChangeAspect="1"/>
          </p:cNvPicPr>
          <p:nvPr/>
        </p:nvPicPr>
        <p:blipFill>
          <a:blip r:embed="rId12" cstate="email">
            <a:extLst>
              <a:ext uri="{28A0092B-C50C-407E-A947-70E740481C1C}">
                <a14:useLocalDpi xmlns:a14="http://schemas.microsoft.com/office/drawing/2010/main"/>
              </a:ext>
            </a:extLst>
          </a:blip>
          <a:stretch>
            <a:fillRect/>
          </a:stretch>
        </p:blipFill>
        <p:spPr>
          <a:xfrm>
            <a:off x="8886655" y="-364904"/>
            <a:ext cx="15498933" cy="8718150"/>
          </a:xfrm>
          <a:prstGeom prst="rect">
            <a:avLst/>
          </a:prstGeom>
        </p:spPr>
      </p:pic>
    </p:spTree>
    <p:extLst>
      <p:ext uri="{BB962C8B-B14F-4D97-AF65-F5344CB8AC3E}">
        <p14:creationId xmlns:p14="http://schemas.microsoft.com/office/powerpoint/2010/main" val="15571067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5C62BB9-FAE5-2F37-AE1E-D8B54DDBFD4D}"/>
            </a:ext>
          </a:extLst>
        </p:cNvPr>
        <p:cNvGrpSpPr/>
        <p:nvPr/>
      </p:nvGrpSpPr>
      <p:grpSpPr>
        <a:xfrm>
          <a:off x="0" y="0"/>
          <a:ext cx="0" cy="0"/>
          <a:chOff x="0" y="0"/>
          <a:chExt cx="0" cy="0"/>
        </a:xfrm>
      </p:grpSpPr>
      <p:sp>
        <p:nvSpPr>
          <p:cNvPr id="19" name="Rectangle 18">
            <a:extLst>
              <a:ext uri="{FF2B5EF4-FFF2-40B4-BE49-F238E27FC236}">
                <a16:creationId xmlns:a16="http://schemas.microsoft.com/office/drawing/2014/main" id="{E9D981CF-29F6-DFF0-4A2E-F80F932D898A}"/>
              </a:ext>
            </a:extLst>
          </p:cNvPr>
          <p:cNvSpPr/>
          <p:nvPr/>
        </p:nvSpPr>
        <p:spPr>
          <a:xfrm>
            <a:off x="10404538" y="-103656"/>
            <a:ext cx="7212262" cy="7750982"/>
          </a:xfrm>
          <a:prstGeom prst="rect">
            <a:avLst/>
          </a:prstGeom>
          <a:solidFill>
            <a:srgbClr val="EDEB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828800" rtl="0" eaLnBrk="1" fontAlgn="auto" latinLnBrk="0" hangingPunct="1">
              <a:lnSpc>
                <a:spcPct val="100000"/>
              </a:lnSpc>
              <a:spcBef>
                <a:spcPts val="0"/>
              </a:spcBef>
              <a:spcAft>
                <a:spcPts val="0"/>
              </a:spcAft>
              <a:buClrTx/>
              <a:buSzTx/>
              <a:buFontTx/>
              <a:buNone/>
              <a:tabLst/>
              <a:defRPr/>
            </a:pPr>
            <a:endParaRPr kumimoji="0" lang="en-GB" sz="3600" b="0" i="0" u="none" strike="noStrike" kern="1200" cap="none" spc="0" normalizeH="0" baseline="0" noProof="0">
              <a:ln>
                <a:noFill/>
              </a:ln>
              <a:solidFill>
                <a:srgbClr val="F4F4FF"/>
              </a:solidFill>
              <a:effectLst/>
              <a:uLnTx/>
              <a:uFillTx/>
              <a:latin typeface="Gill Sans MT" panose="020B0502020104020203"/>
              <a:ea typeface="+mn-ea"/>
              <a:cs typeface="+mn-cs"/>
            </a:endParaRPr>
          </a:p>
        </p:txBody>
      </p:sp>
      <p:sp>
        <p:nvSpPr>
          <p:cNvPr id="7" name="Rectangle 6">
            <a:extLst>
              <a:ext uri="{FF2B5EF4-FFF2-40B4-BE49-F238E27FC236}">
                <a16:creationId xmlns:a16="http://schemas.microsoft.com/office/drawing/2014/main" id="{987C64E6-F8FF-DAB1-7223-07AAC96DE11F}"/>
              </a:ext>
            </a:extLst>
          </p:cNvPr>
          <p:cNvSpPr/>
          <p:nvPr/>
        </p:nvSpPr>
        <p:spPr>
          <a:xfrm>
            <a:off x="1" y="10903137"/>
            <a:ext cx="10404538" cy="360000"/>
          </a:xfrm>
          <a:prstGeom prst="rect">
            <a:avLst/>
          </a:prstGeom>
          <a:solidFill>
            <a:srgbClr val="EDEB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828800" rtl="0" eaLnBrk="1" fontAlgn="auto" latinLnBrk="0" hangingPunct="1">
              <a:lnSpc>
                <a:spcPct val="100000"/>
              </a:lnSpc>
              <a:spcBef>
                <a:spcPts val="0"/>
              </a:spcBef>
              <a:spcAft>
                <a:spcPts val="0"/>
              </a:spcAft>
              <a:buClrTx/>
              <a:buSzTx/>
              <a:buFontTx/>
              <a:buNone/>
              <a:tabLst/>
              <a:defRPr/>
            </a:pPr>
            <a:endParaRPr kumimoji="0" lang="en-GB" sz="3600" b="0" i="0" u="none" strike="noStrike" kern="1200" cap="none" spc="0" normalizeH="0" baseline="0" noProof="0">
              <a:ln>
                <a:noFill/>
              </a:ln>
              <a:solidFill>
                <a:srgbClr val="F4F4FF"/>
              </a:solidFill>
              <a:effectLst/>
              <a:uLnTx/>
              <a:uFillTx/>
              <a:latin typeface="Gill Sans MT" panose="020B0502020104020203"/>
              <a:ea typeface="+mn-ea"/>
              <a:cs typeface="+mn-cs"/>
            </a:endParaRPr>
          </a:p>
        </p:txBody>
      </p:sp>
      <p:pic>
        <p:nvPicPr>
          <p:cNvPr id="10" name="Picture Placeholder 8">
            <a:extLst>
              <a:ext uri="{FF2B5EF4-FFF2-40B4-BE49-F238E27FC236}">
                <a16:creationId xmlns:a16="http://schemas.microsoft.com/office/drawing/2014/main" id="{9BB74475-8F15-2EF7-0474-B81C24A82D74}"/>
              </a:ext>
            </a:extLst>
          </p:cNvPr>
          <p:cNvPicPr>
            <a:picLocks noGrp="1" noChangeAspect="1"/>
          </p:cNvPicPr>
          <p:nvPr>
            <p:ph type="pic" sz="quarter" idx="13"/>
          </p:nvPr>
        </p:nvPicPr>
        <p:blipFill>
          <a:blip r:embed="rId3" cstate="email">
            <a:extLst>
              <a:ext uri="{28A0092B-C50C-407E-A947-70E740481C1C}">
                <a14:useLocalDpi xmlns:a14="http://schemas.microsoft.com/office/drawing/2010/main"/>
              </a:ext>
            </a:extLst>
          </a:blip>
          <a:srcRect/>
          <a:stretch>
            <a:fillRect/>
          </a:stretch>
        </p:blipFill>
        <p:spPr>
          <a:xfrm>
            <a:off x="17953038" y="0"/>
            <a:ext cx="6432550" cy="13716000"/>
          </a:xfrm>
        </p:spPr>
      </p:pic>
      <p:pic>
        <p:nvPicPr>
          <p:cNvPr id="30" name="Graphic 29">
            <a:extLst>
              <a:ext uri="{FF2B5EF4-FFF2-40B4-BE49-F238E27FC236}">
                <a16:creationId xmlns:a16="http://schemas.microsoft.com/office/drawing/2014/main" id="{B51DC58C-D7E4-160A-F019-78BBEB181D2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4391" y="667382"/>
            <a:ext cx="3217900" cy="1067888"/>
          </a:xfrm>
          <a:prstGeom prst="rect">
            <a:avLst/>
          </a:prstGeom>
        </p:spPr>
      </p:pic>
      <p:pic>
        <p:nvPicPr>
          <p:cNvPr id="54" name="Picture 14">
            <a:extLst>
              <a:ext uri="{FF2B5EF4-FFF2-40B4-BE49-F238E27FC236}">
                <a16:creationId xmlns:a16="http://schemas.microsoft.com/office/drawing/2014/main" id="{AA74101A-A0AE-ED0B-2B96-E760EAA61FCB}"/>
              </a:ext>
            </a:extLst>
          </p:cNvPr>
          <p:cNvPicPr>
            <a:picLocks noChangeAspect="1"/>
          </p:cNvPicPr>
          <p:nvPr/>
        </p:nvPicPr>
        <p:blipFill>
          <a:blip r:embed="rId5" cstate="email">
            <a:extLst>
              <a:ext uri="{28A0092B-C50C-407E-A947-70E740481C1C}">
                <a14:useLocalDpi xmlns:a14="http://schemas.microsoft.com/office/drawing/2010/main"/>
              </a:ext>
            </a:extLst>
          </a:blip>
          <a:srcRect/>
          <a:stretch/>
        </p:blipFill>
        <p:spPr>
          <a:xfrm>
            <a:off x="4282913" y="3171661"/>
            <a:ext cx="1822479" cy="1822480"/>
          </a:xfrm>
          <a:prstGeom prst="ellipse">
            <a:avLst/>
          </a:prstGeom>
          <a:noFill/>
          <a:ln w="28575" cap="flat">
            <a:solidFill>
              <a:srgbClr val="475B23"/>
            </a:solidFill>
          </a:ln>
        </p:spPr>
      </p:pic>
      <p:pic>
        <p:nvPicPr>
          <p:cNvPr id="55" name="Picture 54">
            <a:extLst>
              <a:ext uri="{FF2B5EF4-FFF2-40B4-BE49-F238E27FC236}">
                <a16:creationId xmlns:a16="http://schemas.microsoft.com/office/drawing/2014/main" id="{32E38858-9C44-A363-BE01-02F957FB08DD}"/>
              </a:ext>
            </a:extLst>
          </p:cNvPr>
          <p:cNvPicPr>
            <a:picLocks noChangeAspect="1"/>
          </p:cNvPicPr>
          <p:nvPr/>
        </p:nvPicPr>
        <p:blipFill>
          <a:blip r:embed="rId6" cstate="email">
            <a:extLst>
              <a:ext uri="{28A0092B-C50C-407E-A947-70E740481C1C}">
                <a14:useLocalDpi xmlns:a14="http://schemas.microsoft.com/office/drawing/2010/main"/>
              </a:ext>
            </a:extLst>
          </a:blip>
          <a:srcRect/>
          <a:stretch/>
        </p:blipFill>
        <p:spPr>
          <a:xfrm>
            <a:off x="7204733" y="3158637"/>
            <a:ext cx="1822479" cy="1822480"/>
          </a:xfrm>
          <a:prstGeom prst="ellipse">
            <a:avLst/>
          </a:prstGeom>
          <a:ln w="28575">
            <a:solidFill>
              <a:srgbClr val="475B23"/>
            </a:solidFill>
          </a:ln>
        </p:spPr>
      </p:pic>
      <p:pic>
        <p:nvPicPr>
          <p:cNvPr id="56" name="Picture 55">
            <a:extLst>
              <a:ext uri="{FF2B5EF4-FFF2-40B4-BE49-F238E27FC236}">
                <a16:creationId xmlns:a16="http://schemas.microsoft.com/office/drawing/2014/main" id="{2D406FA2-8D54-F907-259C-292107FCB956}"/>
              </a:ext>
            </a:extLst>
          </p:cNvPr>
          <p:cNvPicPr>
            <a:picLocks noChangeAspect="1"/>
          </p:cNvPicPr>
          <p:nvPr/>
        </p:nvPicPr>
        <p:blipFill>
          <a:blip r:embed="rId7" cstate="email">
            <a:extLst>
              <a:ext uri="{28A0092B-C50C-407E-A947-70E740481C1C}">
                <a14:useLocalDpi xmlns:a14="http://schemas.microsoft.com/office/drawing/2010/main"/>
              </a:ext>
            </a:extLst>
          </a:blip>
          <a:srcRect/>
          <a:stretch/>
        </p:blipFill>
        <p:spPr>
          <a:xfrm>
            <a:off x="1413162" y="3165149"/>
            <a:ext cx="1822479" cy="1822480"/>
          </a:xfrm>
          <a:prstGeom prst="ellipse">
            <a:avLst/>
          </a:prstGeom>
          <a:ln w="28575">
            <a:solidFill>
              <a:srgbClr val="475B23"/>
            </a:solidFill>
          </a:ln>
        </p:spPr>
      </p:pic>
      <p:sp>
        <p:nvSpPr>
          <p:cNvPr id="57" name="TextBox 56">
            <a:extLst>
              <a:ext uri="{FF2B5EF4-FFF2-40B4-BE49-F238E27FC236}">
                <a16:creationId xmlns:a16="http://schemas.microsoft.com/office/drawing/2014/main" id="{9F2B7698-95BD-334A-26DE-FD2022E8A237}"/>
              </a:ext>
            </a:extLst>
          </p:cNvPr>
          <p:cNvSpPr txBox="1"/>
          <p:nvPr/>
        </p:nvSpPr>
        <p:spPr>
          <a:xfrm>
            <a:off x="1012769" y="5084852"/>
            <a:ext cx="2623265" cy="822909"/>
          </a:xfrm>
          <a:prstGeom prst="rect">
            <a:avLst/>
          </a:prstGeom>
          <a:noFill/>
        </p:spPr>
        <p:txBody>
          <a:bodyPr wrap="square" tIns="36000" bIns="36000">
            <a:spAutoFit/>
          </a:bodyPr>
          <a:lstStyle/>
          <a:p>
            <a:pPr marL="0" marR="0" lvl="0" indent="0" algn="ctr" defTabSz="1828800" rtl="0" eaLnBrk="1" fontAlgn="auto" latinLnBrk="0" hangingPunct="1">
              <a:lnSpc>
                <a:spcPct val="120000"/>
              </a:lnSpc>
              <a:spcBef>
                <a:spcPts val="0"/>
              </a:spcBef>
              <a:spcAft>
                <a:spcPts val="0"/>
              </a:spcAft>
              <a:buClrTx/>
              <a:buSzTx/>
              <a:buFontTx/>
              <a:buNone/>
              <a:tabLst/>
              <a:defRPr sz="1800" b="0" i="0" u="none" strike="noStrike" kern="0" cap="none" spc="0" baseline="0">
                <a:solidFill>
                  <a:srgbClr val="000000"/>
                </a:solidFill>
                <a:uFillTx/>
              </a:defRPr>
            </a:pPr>
            <a:r>
              <a:rPr kumimoji="0" lang="en-US" sz="2400" b="1" i="0" u="none" strike="noStrike" kern="0" cap="none" spc="0" normalizeH="0" baseline="0" noProof="0">
                <a:ln>
                  <a:noFill/>
                </a:ln>
                <a:solidFill>
                  <a:srgbClr val="000000"/>
                </a:solidFill>
                <a:effectLst/>
                <a:uLnTx/>
                <a:uFillTx/>
                <a:latin typeface="Figtree" pitchFamily="2" charset="0"/>
                <a:ea typeface="+mn-ea"/>
                <a:cs typeface="+mn-cs"/>
              </a:rPr>
              <a:t>Robert Dunn</a:t>
            </a:r>
          </a:p>
          <a:p>
            <a:pPr marL="0" marR="0" lvl="0" indent="0" algn="ctr" defTabSz="1828800" rtl="0" eaLnBrk="1" fontAlgn="auto" latinLnBrk="0" hangingPunct="1">
              <a:lnSpc>
                <a:spcPct val="120000"/>
              </a:lnSpc>
              <a:spcBef>
                <a:spcPts val="0"/>
              </a:spcBef>
              <a:spcAft>
                <a:spcPts val="0"/>
              </a:spcAft>
              <a:buClrTx/>
              <a:buSzTx/>
              <a:buFontTx/>
              <a:buNone/>
              <a:tabLst/>
              <a:defRPr sz="1800" b="0" i="0" u="none" strike="noStrike" kern="0" cap="none" spc="0" baseline="0">
                <a:solidFill>
                  <a:srgbClr val="000000"/>
                </a:solidFill>
                <a:uFillTx/>
              </a:defRPr>
            </a:pPr>
            <a:r>
              <a:rPr kumimoji="0" lang="en-US" sz="1800" b="0" i="0" u="none" strike="noStrike" kern="0" cap="none" spc="0" normalizeH="0" baseline="0" noProof="0">
                <a:ln>
                  <a:noFill/>
                </a:ln>
                <a:solidFill>
                  <a:srgbClr val="00C159"/>
                </a:solidFill>
                <a:effectLst/>
                <a:uLnTx/>
                <a:uFillTx/>
                <a:latin typeface="Figtree" pitchFamily="2" charset="0"/>
                <a:ea typeface="+mn-ea"/>
                <a:cs typeface="+mn-cs"/>
              </a:rPr>
              <a:t>Chief Executive Officer</a:t>
            </a:r>
          </a:p>
        </p:txBody>
      </p:sp>
      <p:sp>
        <p:nvSpPr>
          <p:cNvPr id="58" name="TextBox 57">
            <a:extLst>
              <a:ext uri="{FF2B5EF4-FFF2-40B4-BE49-F238E27FC236}">
                <a16:creationId xmlns:a16="http://schemas.microsoft.com/office/drawing/2014/main" id="{E28E234C-18BB-B7DE-E362-34CC7A7CBCA5}"/>
              </a:ext>
            </a:extLst>
          </p:cNvPr>
          <p:cNvSpPr txBox="1"/>
          <p:nvPr/>
        </p:nvSpPr>
        <p:spPr>
          <a:xfrm>
            <a:off x="1012769" y="5915633"/>
            <a:ext cx="2623265" cy="241605"/>
          </a:xfrm>
          <a:prstGeom prst="rect">
            <a:avLst/>
          </a:prstGeom>
          <a:noFill/>
        </p:spPr>
        <p:txBody>
          <a:bodyPr wrap="square">
            <a:spAutoFit/>
          </a:bodyPr>
          <a:lstStyle/>
          <a:p>
            <a:pPr marL="0" marR="0" lvl="0" indent="0" algn="ctr" defTabSz="1828891" rtl="0" eaLnBrk="1" fontAlgn="auto" latinLnBrk="0" hangingPunct="1">
              <a:lnSpc>
                <a:spcPct val="80000"/>
              </a:lnSpc>
              <a:spcBef>
                <a:spcPts val="0"/>
              </a:spcBef>
              <a:spcAft>
                <a:spcPts val="0"/>
              </a:spcAft>
              <a:buClrTx/>
              <a:buSzTx/>
              <a:buFontTx/>
              <a:buNone/>
              <a:tabLst/>
              <a:defRPr/>
            </a:pPr>
            <a:r>
              <a:rPr kumimoji="0" lang="en-US" sz="1200" b="0" i="0" u="none" strike="noStrike" kern="1200" cap="none" spc="0" normalizeH="0" baseline="0" noProof="0">
                <a:ln>
                  <a:noFill/>
                </a:ln>
                <a:solidFill>
                  <a:srgbClr val="D1CDCD">
                    <a:lumMod val="90000"/>
                  </a:srgbClr>
                </a:solidFill>
                <a:effectLst/>
                <a:uLnTx/>
                <a:uFillTx/>
                <a:latin typeface="Figtree" pitchFamily="2" charset="0"/>
                <a:ea typeface="+mn-ea"/>
                <a:cs typeface="+mn-cs"/>
              </a:rPr>
              <a:t>Precedent experience</a:t>
            </a:r>
            <a:endParaRPr kumimoji="0" lang="en-GB" sz="1200" b="0" i="0" u="none" strike="noStrike" kern="1200" cap="none" spc="0" normalizeH="0" baseline="0" noProof="0">
              <a:ln>
                <a:noFill/>
              </a:ln>
              <a:solidFill>
                <a:srgbClr val="D1CDCD">
                  <a:lumMod val="90000"/>
                </a:srgbClr>
              </a:solidFill>
              <a:effectLst/>
              <a:uLnTx/>
              <a:uFillTx/>
              <a:latin typeface="Figtree" pitchFamily="2" charset="0"/>
              <a:ea typeface="+mn-ea"/>
              <a:cs typeface="+mn-cs"/>
            </a:endParaRPr>
          </a:p>
        </p:txBody>
      </p:sp>
      <p:pic>
        <p:nvPicPr>
          <p:cNvPr id="59" name="Picture 6">
            <a:extLst>
              <a:ext uri="{FF2B5EF4-FFF2-40B4-BE49-F238E27FC236}">
                <a16:creationId xmlns:a16="http://schemas.microsoft.com/office/drawing/2014/main" id="{107FE7C3-C006-5A29-5FF2-718D9073867B}"/>
              </a:ext>
            </a:extLst>
          </p:cNvPr>
          <p:cNvPicPr>
            <a:picLocks noChangeAspect="1" noChangeArrowheads="1"/>
          </p:cNvPicPr>
          <p:nvPr/>
        </p:nvPicPr>
        <p:blipFill>
          <a:blip r:embed="rId8" cstate="email">
            <a:extLst>
              <a:ext uri="{28A0092B-C50C-407E-A947-70E740481C1C}">
                <a14:useLocalDpi xmlns:a14="http://schemas.microsoft.com/office/drawing/2010/main"/>
              </a:ext>
            </a:extLst>
          </a:blip>
          <a:srcRect/>
          <a:stretch/>
        </p:blipFill>
        <p:spPr bwMode="auto">
          <a:xfrm>
            <a:off x="1631018" y="6018269"/>
            <a:ext cx="1386766" cy="657908"/>
          </a:xfrm>
          <a:prstGeom prst="rect">
            <a:avLst/>
          </a:prstGeom>
          <a:noFill/>
          <a:extLst>
            <a:ext uri="{909E8E84-426E-40DD-AFC4-6F175D3DCCD1}">
              <a14:hiddenFill xmlns:a14="http://schemas.microsoft.com/office/drawing/2010/main">
                <a:solidFill>
                  <a:srgbClr val="FFFFFF"/>
                </a:solidFill>
              </a14:hiddenFill>
            </a:ext>
          </a:extLst>
        </p:spPr>
      </p:pic>
      <p:sp>
        <p:nvSpPr>
          <p:cNvPr id="61" name="TextBox 22">
            <a:extLst>
              <a:ext uri="{FF2B5EF4-FFF2-40B4-BE49-F238E27FC236}">
                <a16:creationId xmlns:a16="http://schemas.microsoft.com/office/drawing/2014/main" id="{B9AE2E10-E960-4A24-E85A-261521EE1124}"/>
              </a:ext>
            </a:extLst>
          </p:cNvPr>
          <p:cNvSpPr txBox="1"/>
          <p:nvPr/>
        </p:nvSpPr>
        <p:spPr>
          <a:xfrm>
            <a:off x="3882520" y="5084852"/>
            <a:ext cx="2623265" cy="822909"/>
          </a:xfrm>
          <a:prstGeom prst="rect">
            <a:avLst/>
          </a:prstGeom>
          <a:noFill/>
          <a:ln cap="flat">
            <a:noFill/>
          </a:ln>
        </p:spPr>
        <p:txBody>
          <a:bodyPr vert="horz" wrap="square" lIns="0" tIns="36000" rIns="0" bIns="36000" anchor="t" anchorCtr="1" compatLnSpc="1">
            <a:spAutoFit/>
          </a:bodyPr>
          <a:lstStyle>
            <a:defPPr>
              <a:defRPr lang="en-US"/>
            </a:defPPr>
            <a:lvl1pPr marL="0" algn="l" defTabSz="1039170" rtl="0" eaLnBrk="1" latinLnBrk="0" hangingPunct="1">
              <a:defRPr sz="4091" kern="1200">
                <a:solidFill>
                  <a:schemeClr val="tx1"/>
                </a:solidFill>
                <a:latin typeface="+mn-lt"/>
                <a:ea typeface="+mn-ea"/>
                <a:cs typeface="+mn-cs"/>
              </a:defRPr>
            </a:lvl1pPr>
            <a:lvl2pPr marL="1039170" algn="l" defTabSz="1039170" rtl="0" eaLnBrk="1" latinLnBrk="0" hangingPunct="1">
              <a:defRPr sz="4091" kern="1200">
                <a:solidFill>
                  <a:schemeClr val="tx1"/>
                </a:solidFill>
                <a:latin typeface="+mn-lt"/>
                <a:ea typeface="+mn-ea"/>
                <a:cs typeface="+mn-cs"/>
              </a:defRPr>
            </a:lvl2pPr>
            <a:lvl3pPr marL="2078340" algn="l" defTabSz="1039170" rtl="0" eaLnBrk="1" latinLnBrk="0" hangingPunct="1">
              <a:defRPr sz="4091" kern="1200">
                <a:solidFill>
                  <a:schemeClr val="tx1"/>
                </a:solidFill>
                <a:latin typeface="+mn-lt"/>
                <a:ea typeface="+mn-ea"/>
                <a:cs typeface="+mn-cs"/>
              </a:defRPr>
            </a:lvl3pPr>
            <a:lvl4pPr marL="3117510" algn="l" defTabSz="1039170" rtl="0" eaLnBrk="1" latinLnBrk="0" hangingPunct="1">
              <a:defRPr sz="4091" kern="1200">
                <a:solidFill>
                  <a:schemeClr val="tx1"/>
                </a:solidFill>
                <a:latin typeface="+mn-lt"/>
                <a:ea typeface="+mn-ea"/>
                <a:cs typeface="+mn-cs"/>
              </a:defRPr>
            </a:lvl4pPr>
            <a:lvl5pPr marL="4156680" algn="l" defTabSz="1039170" rtl="0" eaLnBrk="1" latinLnBrk="0" hangingPunct="1">
              <a:defRPr sz="4091" kern="1200">
                <a:solidFill>
                  <a:schemeClr val="tx1"/>
                </a:solidFill>
                <a:latin typeface="+mn-lt"/>
                <a:ea typeface="+mn-ea"/>
                <a:cs typeface="+mn-cs"/>
              </a:defRPr>
            </a:lvl5pPr>
            <a:lvl6pPr marL="5195849" algn="l" defTabSz="1039170" rtl="0" eaLnBrk="1" latinLnBrk="0" hangingPunct="1">
              <a:defRPr sz="4091" kern="1200">
                <a:solidFill>
                  <a:schemeClr val="tx1"/>
                </a:solidFill>
                <a:latin typeface="+mn-lt"/>
                <a:ea typeface="+mn-ea"/>
                <a:cs typeface="+mn-cs"/>
              </a:defRPr>
            </a:lvl6pPr>
            <a:lvl7pPr marL="6235019" algn="l" defTabSz="1039170" rtl="0" eaLnBrk="1" latinLnBrk="0" hangingPunct="1">
              <a:defRPr sz="4091" kern="1200">
                <a:solidFill>
                  <a:schemeClr val="tx1"/>
                </a:solidFill>
                <a:latin typeface="+mn-lt"/>
                <a:ea typeface="+mn-ea"/>
                <a:cs typeface="+mn-cs"/>
              </a:defRPr>
            </a:lvl7pPr>
            <a:lvl8pPr marL="7274189" algn="l" defTabSz="1039170" rtl="0" eaLnBrk="1" latinLnBrk="0" hangingPunct="1">
              <a:defRPr sz="4091" kern="1200">
                <a:solidFill>
                  <a:schemeClr val="tx1"/>
                </a:solidFill>
                <a:latin typeface="+mn-lt"/>
                <a:ea typeface="+mn-ea"/>
                <a:cs typeface="+mn-cs"/>
              </a:defRPr>
            </a:lvl8pPr>
            <a:lvl9pPr marL="8313359" algn="l" defTabSz="1039170" rtl="0" eaLnBrk="1" latinLnBrk="0" hangingPunct="1">
              <a:defRPr sz="4091" kern="1200">
                <a:solidFill>
                  <a:schemeClr val="tx1"/>
                </a:solidFill>
                <a:latin typeface="+mn-lt"/>
                <a:ea typeface="+mn-ea"/>
                <a:cs typeface="+mn-cs"/>
              </a:defRPr>
            </a:lvl9pPr>
          </a:lstStyle>
          <a:p>
            <a:pPr marL="0" marR="0" lvl="0" indent="0" algn="ctr" defTabSz="1828800" rtl="0" eaLnBrk="1" fontAlgn="auto" latinLnBrk="0" hangingPunct="1">
              <a:lnSpc>
                <a:spcPct val="120000"/>
              </a:lnSpc>
              <a:spcBef>
                <a:spcPts val="0"/>
              </a:spcBef>
              <a:spcAft>
                <a:spcPts val="0"/>
              </a:spcAft>
              <a:buClrTx/>
              <a:buSzTx/>
              <a:buFontTx/>
              <a:buNone/>
              <a:tabLst/>
              <a:defRPr sz="1800" b="0" i="0" u="none" strike="noStrike" kern="0" cap="none" spc="0" baseline="0">
                <a:solidFill>
                  <a:srgbClr val="000000"/>
                </a:solidFill>
                <a:uFillTx/>
              </a:defRPr>
            </a:pPr>
            <a:r>
              <a:rPr kumimoji="0" lang="en-US" sz="2400" b="1" i="0" u="none" strike="noStrike" kern="0" cap="none" spc="0" normalizeH="0" baseline="0" noProof="0">
                <a:ln>
                  <a:noFill/>
                </a:ln>
                <a:solidFill>
                  <a:srgbClr val="000000"/>
                </a:solidFill>
                <a:effectLst/>
                <a:uLnTx/>
                <a:uFillTx/>
                <a:latin typeface="Figtree" pitchFamily="2" charset="0"/>
                <a:ea typeface="+mn-ea"/>
                <a:cs typeface="+mn-cs"/>
              </a:rPr>
              <a:t>Luis Rodrigues</a:t>
            </a:r>
          </a:p>
          <a:p>
            <a:pPr marL="0" marR="0" lvl="0" indent="0" algn="ctr" defTabSz="1828800" rtl="0" eaLnBrk="1" fontAlgn="auto" latinLnBrk="0" hangingPunct="1">
              <a:lnSpc>
                <a:spcPct val="120000"/>
              </a:lnSpc>
              <a:spcBef>
                <a:spcPts val="0"/>
              </a:spcBef>
              <a:spcAft>
                <a:spcPts val="0"/>
              </a:spcAft>
              <a:buClrTx/>
              <a:buSzTx/>
              <a:buFontTx/>
              <a:buNone/>
              <a:tabLst/>
              <a:defRPr sz="1800" b="0" i="0" u="none" strike="noStrike" kern="0" cap="none" spc="0" baseline="0">
                <a:solidFill>
                  <a:srgbClr val="000000"/>
                </a:solidFill>
                <a:uFillTx/>
              </a:defRPr>
            </a:pPr>
            <a:r>
              <a:rPr kumimoji="0" lang="en-US" sz="1800" b="0" i="0" u="none" strike="noStrike" kern="0" cap="none" spc="0" normalizeH="0" baseline="0" noProof="0">
                <a:ln>
                  <a:noFill/>
                </a:ln>
                <a:solidFill>
                  <a:srgbClr val="00C159"/>
                </a:solidFill>
                <a:effectLst/>
                <a:uLnTx/>
                <a:uFillTx/>
                <a:latin typeface="Figtree" pitchFamily="2" charset="0"/>
                <a:ea typeface="+mn-ea"/>
                <a:cs typeface="+mn-cs"/>
              </a:rPr>
              <a:t>Chief Operating Officer</a:t>
            </a:r>
          </a:p>
        </p:txBody>
      </p:sp>
      <p:pic>
        <p:nvPicPr>
          <p:cNvPr id="62" name="Picture 20">
            <a:extLst>
              <a:ext uri="{FF2B5EF4-FFF2-40B4-BE49-F238E27FC236}">
                <a16:creationId xmlns:a16="http://schemas.microsoft.com/office/drawing/2014/main" id="{737DC80B-0B4A-3C40-F356-E66EDA206D41}"/>
              </a:ext>
            </a:extLst>
          </p:cNvPr>
          <p:cNvPicPr>
            <a:picLocks noChangeAspect="1" noChangeArrowheads="1"/>
          </p:cNvPicPr>
          <p:nvPr/>
        </p:nvPicPr>
        <p:blipFill>
          <a:blip r:embed="rId9" cstate="email">
            <a:extLst>
              <a:ext uri="{28A0092B-C50C-407E-A947-70E740481C1C}">
                <a14:useLocalDpi xmlns:a14="http://schemas.microsoft.com/office/drawing/2010/main"/>
              </a:ext>
            </a:extLst>
          </a:blip>
          <a:srcRect/>
          <a:stretch/>
        </p:blipFill>
        <p:spPr bwMode="auto">
          <a:xfrm>
            <a:off x="4619150" y="6151628"/>
            <a:ext cx="1150004" cy="391190"/>
          </a:xfrm>
          <a:prstGeom prst="rect">
            <a:avLst/>
          </a:prstGeom>
          <a:noFill/>
          <a:extLst>
            <a:ext uri="{909E8E84-426E-40DD-AFC4-6F175D3DCCD1}">
              <a14:hiddenFill xmlns:a14="http://schemas.microsoft.com/office/drawing/2010/main">
                <a:solidFill>
                  <a:srgbClr val="FFFFFF"/>
                </a:solidFill>
              </a14:hiddenFill>
            </a:ext>
          </a:extLst>
        </p:spPr>
      </p:pic>
      <p:sp>
        <p:nvSpPr>
          <p:cNvPr id="63" name="TextBox 62">
            <a:extLst>
              <a:ext uri="{FF2B5EF4-FFF2-40B4-BE49-F238E27FC236}">
                <a16:creationId xmlns:a16="http://schemas.microsoft.com/office/drawing/2014/main" id="{1300289F-6454-039C-E9A8-47298A8C15C8}"/>
              </a:ext>
            </a:extLst>
          </p:cNvPr>
          <p:cNvSpPr txBox="1"/>
          <p:nvPr/>
        </p:nvSpPr>
        <p:spPr>
          <a:xfrm>
            <a:off x="3882520" y="5915633"/>
            <a:ext cx="2623265" cy="241605"/>
          </a:xfrm>
          <a:prstGeom prst="rect">
            <a:avLst/>
          </a:prstGeom>
          <a:noFill/>
        </p:spPr>
        <p:txBody>
          <a:bodyPr wrap="square">
            <a:spAutoFit/>
          </a:bodyPr>
          <a:lstStyle/>
          <a:p>
            <a:pPr marL="0" marR="0" lvl="0" indent="0" algn="ctr" defTabSz="1828891" rtl="0" eaLnBrk="1" fontAlgn="auto" latinLnBrk="0" hangingPunct="1">
              <a:lnSpc>
                <a:spcPct val="80000"/>
              </a:lnSpc>
              <a:spcBef>
                <a:spcPts val="0"/>
              </a:spcBef>
              <a:spcAft>
                <a:spcPts val="0"/>
              </a:spcAft>
              <a:buClrTx/>
              <a:buSzTx/>
              <a:buFontTx/>
              <a:buNone/>
              <a:tabLst/>
              <a:defRPr/>
            </a:pPr>
            <a:r>
              <a:rPr kumimoji="0" lang="en-US" sz="1200" b="0" i="0" u="none" strike="noStrike" kern="1200" cap="none" spc="0" normalizeH="0" baseline="0" noProof="0">
                <a:ln>
                  <a:noFill/>
                </a:ln>
                <a:solidFill>
                  <a:srgbClr val="D1CDCD">
                    <a:lumMod val="90000"/>
                  </a:srgbClr>
                </a:solidFill>
                <a:effectLst/>
                <a:uLnTx/>
                <a:uFillTx/>
                <a:latin typeface="Figtree" pitchFamily="2" charset="0"/>
                <a:ea typeface="+mn-ea"/>
                <a:cs typeface="+mn-cs"/>
              </a:rPr>
              <a:t>Precedent experience</a:t>
            </a:r>
            <a:endParaRPr kumimoji="0" lang="en-GB" sz="1200" b="0" i="0" u="none" strike="noStrike" kern="1200" cap="none" spc="0" normalizeH="0" baseline="0" noProof="0">
              <a:ln>
                <a:noFill/>
              </a:ln>
              <a:solidFill>
                <a:srgbClr val="D1CDCD">
                  <a:lumMod val="90000"/>
                </a:srgbClr>
              </a:solidFill>
              <a:effectLst/>
              <a:uLnTx/>
              <a:uFillTx/>
              <a:latin typeface="Figtree" pitchFamily="2" charset="0"/>
              <a:ea typeface="+mn-ea"/>
              <a:cs typeface="+mn-cs"/>
            </a:endParaRPr>
          </a:p>
        </p:txBody>
      </p:sp>
      <p:sp>
        <p:nvSpPr>
          <p:cNvPr id="1025" name="TextBox 19">
            <a:extLst>
              <a:ext uri="{FF2B5EF4-FFF2-40B4-BE49-F238E27FC236}">
                <a16:creationId xmlns:a16="http://schemas.microsoft.com/office/drawing/2014/main" id="{AC07F248-237B-DB53-D2FC-16BF81971D0B}"/>
              </a:ext>
            </a:extLst>
          </p:cNvPr>
          <p:cNvSpPr txBox="1"/>
          <p:nvPr/>
        </p:nvSpPr>
        <p:spPr>
          <a:xfrm>
            <a:off x="6804340" y="5084852"/>
            <a:ext cx="2623265" cy="822909"/>
          </a:xfrm>
          <a:prstGeom prst="rect">
            <a:avLst/>
          </a:prstGeom>
          <a:noFill/>
          <a:ln cap="flat">
            <a:noFill/>
          </a:ln>
        </p:spPr>
        <p:txBody>
          <a:bodyPr vert="horz" wrap="square" lIns="0" tIns="36000" rIns="0" bIns="36000" anchor="t" anchorCtr="1" compatLnSpc="1">
            <a:spAutoFit/>
          </a:bodyPr>
          <a:lstStyle>
            <a:defPPr>
              <a:defRPr lang="en-US"/>
            </a:defPPr>
            <a:lvl1pPr marL="0" algn="l" defTabSz="1039170" rtl="0" eaLnBrk="1" latinLnBrk="0" hangingPunct="1">
              <a:defRPr sz="4091" kern="1200">
                <a:solidFill>
                  <a:schemeClr val="tx1"/>
                </a:solidFill>
                <a:latin typeface="+mn-lt"/>
                <a:ea typeface="+mn-ea"/>
                <a:cs typeface="+mn-cs"/>
              </a:defRPr>
            </a:lvl1pPr>
            <a:lvl2pPr marL="1039170" algn="l" defTabSz="1039170" rtl="0" eaLnBrk="1" latinLnBrk="0" hangingPunct="1">
              <a:defRPr sz="4091" kern="1200">
                <a:solidFill>
                  <a:schemeClr val="tx1"/>
                </a:solidFill>
                <a:latin typeface="+mn-lt"/>
                <a:ea typeface="+mn-ea"/>
                <a:cs typeface="+mn-cs"/>
              </a:defRPr>
            </a:lvl2pPr>
            <a:lvl3pPr marL="2078340" algn="l" defTabSz="1039170" rtl="0" eaLnBrk="1" latinLnBrk="0" hangingPunct="1">
              <a:defRPr sz="4091" kern="1200">
                <a:solidFill>
                  <a:schemeClr val="tx1"/>
                </a:solidFill>
                <a:latin typeface="+mn-lt"/>
                <a:ea typeface="+mn-ea"/>
                <a:cs typeface="+mn-cs"/>
              </a:defRPr>
            </a:lvl3pPr>
            <a:lvl4pPr marL="3117510" algn="l" defTabSz="1039170" rtl="0" eaLnBrk="1" latinLnBrk="0" hangingPunct="1">
              <a:defRPr sz="4091" kern="1200">
                <a:solidFill>
                  <a:schemeClr val="tx1"/>
                </a:solidFill>
                <a:latin typeface="+mn-lt"/>
                <a:ea typeface="+mn-ea"/>
                <a:cs typeface="+mn-cs"/>
              </a:defRPr>
            </a:lvl4pPr>
            <a:lvl5pPr marL="4156680" algn="l" defTabSz="1039170" rtl="0" eaLnBrk="1" latinLnBrk="0" hangingPunct="1">
              <a:defRPr sz="4091" kern="1200">
                <a:solidFill>
                  <a:schemeClr val="tx1"/>
                </a:solidFill>
                <a:latin typeface="+mn-lt"/>
                <a:ea typeface="+mn-ea"/>
                <a:cs typeface="+mn-cs"/>
              </a:defRPr>
            </a:lvl5pPr>
            <a:lvl6pPr marL="5195849" algn="l" defTabSz="1039170" rtl="0" eaLnBrk="1" latinLnBrk="0" hangingPunct="1">
              <a:defRPr sz="4091" kern="1200">
                <a:solidFill>
                  <a:schemeClr val="tx1"/>
                </a:solidFill>
                <a:latin typeface="+mn-lt"/>
                <a:ea typeface="+mn-ea"/>
                <a:cs typeface="+mn-cs"/>
              </a:defRPr>
            </a:lvl6pPr>
            <a:lvl7pPr marL="6235019" algn="l" defTabSz="1039170" rtl="0" eaLnBrk="1" latinLnBrk="0" hangingPunct="1">
              <a:defRPr sz="4091" kern="1200">
                <a:solidFill>
                  <a:schemeClr val="tx1"/>
                </a:solidFill>
                <a:latin typeface="+mn-lt"/>
                <a:ea typeface="+mn-ea"/>
                <a:cs typeface="+mn-cs"/>
              </a:defRPr>
            </a:lvl7pPr>
            <a:lvl8pPr marL="7274189" algn="l" defTabSz="1039170" rtl="0" eaLnBrk="1" latinLnBrk="0" hangingPunct="1">
              <a:defRPr sz="4091" kern="1200">
                <a:solidFill>
                  <a:schemeClr val="tx1"/>
                </a:solidFill>
                <a:latin typeface="+mn-lt"/>
                <a:ea typeface="+mn-ea"/>
                <a:cs typeface="+mn-cs"/>
              </a:defRPr>
            </a:lvl8pPr>
            <a:lvl9pPr marL="8313359" algn="l" defTabSz="1039170" rtl="0" eaLnBrk="1" latinLnBrk="0" hangingPunct="1">
              <a:defRPr sz="4091" kern="1200">
                <a:solidFill>
                  <a:schemeClr val="tx1"/>
                </a:solidFill>
                <a:latin typeface="+mn-lt"/>
                <a:ea typeface="+mn-ea"/>
                <a:cs typeface="+mn-cs"/>
              </a:defRPr>
            </a:lvl9pPr>
          </a:lstStyle>
          <a:p>
            <a:pPr marL="0" marR="0" lvl="0" indent="0" algn="ctr" defTabSz="1828800" rtl="0" eaLnBrk="1" fontAlgn="auto" latinLnBrk="0" hangingPunct="1">
              <a:lnSpc>
                <a:spcPct val="120000"/>
              </a:lnSpc>
              <a:spcBef>
                <a:spcPts val="0"/>
              </a:spcBef>
              <a:spcAft>
                <a:spcPts val="0"/>
              </a:spcAft>
              <a:buClrTx/>
              <a:buSzTx/>
              <a:buFontTx/>
              <a:buNone/>
              <a:tabLst/>
              <a:defRPr sz="1800" b="0" i="0" u="none" strike="noStrike" kern="0" cap="none" spc="0" baseline="0">
                <a:solidFill>
                  <a:srgbClr val="000000"/>
                </a:solidFill>
                <a:uFillTx/>
              </a:defRPr>
            </a:pPr>
            <a:r>
              <a:rPr kumimoji="0" lang="en-US" sz="2400" b="1" i="0" u="none" strike="noStrike" kern="0" cap="none" spc="0" normalizeH="0" baseline="0" noProof="0">
                <a:ln>
                  <a:noFill/>
                </a:ln>
                <a:solidFill>
                  <a:srgbClr val="000000"/>
                </a:solidFill>
                <a:effectLst/>
                <a:uLnTx/>
                <a:uFillTx/>
                <a:latin typeface="Figtree" pitchFamily="2" charset="0"/>
                <a:ea typeface="+mn-ea"/>
                <a:cs typeface="+mn-cs"/>
              </a:rPr>
              <a:t>Caroline Romanski</a:t>
            </a:r>
          </a:p>
          <a:p>
            <a:pPr marL="0" marR="0" lvl="0" indent="0" algn="ctr" defTabSz="1828800" rtl="0" eaLnBrk="1" fontAlgn="auto" latinLnBrk="0" hangingPunct="1">
              <a:lnSpc>
                <a:spcPct val="120000"/>
              </a:lnSpc>
              <a:spcBef>
                <a:spcPts val="0"/>
              </a:spcBef>
              <a:spcAft>
                <a:spcPts val="0"/>
              </a:spcAft>
              <a:buClrTx/>
              <a:buSzTx/>
              <a:buFontTx/>
              <a:buNone/>
              <a:tabLst/>
              <a:defRPr sz="1800" b="0" i="0" u="none" strike="noStrike" kern="0" cap="none" spc="0" baseline="0">
                <a:solidFill>
                  <a:srgbClr val="000000"/>
                </a:solidFill>
                <a:uFillTx/>
              </a:defRPr>
            </a:pPr>
            <a:r>
              <a:rPr kumimoji="0" lang="en-US" sz="1800" b="0" i="0" u="none" strike="noStrike" kern="0" cap="none" spc="0" normalizeH="0" baseline="0" noProof="0">
                <a:ln>
                  <a:noFill/>
                </a:ln>
                <a:solidFill>
                  <a:srgbClr val="00C159"/>
                </a:solidFill>
                <a:effectLst/>
                <a:uLnTx/>
                <a:uFillTx/>
                <a:latin typeface="Figtree" pitchFamily="2" charset="0"/>
                <a:ea typeface="+mn-ea"/>
                <a:cs typeface="+mn-cs"/>
              </a:rPr>
              <a:t>Chief Corporate Officer</a:t>
            </a:r>
            <a:endParaRPr kumimoji="0" lang="en-US" sz="1800" b="0" i="0" u="none" strike="noStrike" kern="0" cap="none" spc="0" normalizeH="0" baseline="0" noProof="0">
              <a:ln>
                <a:noFill/>
              </a:ln>
              <a:solidFill>
                <a:srgbClr val="00C159"/>
              </a:solidFill>
              <a:effectLst/>
              <a:uLnTx/>
              <a:uFillTx/>
              <a:latin typeface="Figtree" pitchFamily="2" charset="0"/>
              <a:ea typeface="+mn-ea"/>
              <a:cs typeface="Calibri"/>
            </a:endParaRPr>
          </a:p>
        </p:txBody>
      </p:sp>
      <p:sp>
        <p:nvSpPr>
          <p:cNvPr id="1026" name="TextBox 1025">
            <a:extLst>
              <a:ext uri="{FF2B5EF4-FFF2-40B4-BE49-F238E27FC236}">
                <a16:creationId xmlns:a16="http://schemas.microsoft.com/office/drawing/2014/main" id="{E095D8B5-C948-2400-6A4C-4DBDF18A6005}"/>
              </a:ext>
            </a:extLst>
          </p:cNvPr>
          <p:cNvSpPr txBox="1"/>
          <p:nvPr/>
        </p:nvSpPr>
        <p:spPr>
          <a:xfrm>
            <a:off x="6804340" y="5915633"/>
            <a:ext cx="2623265" cy="241605"/>
          </a:xfrm>
          <a:prstGeom prst="rect">
            <a:avLst/>
          </a:prstGeom>
          <a:noFill/>
        </p:spPr>
        <p:txBody>
          <a:bodyPr wrap="square">
            <a:spAutoFit/>
          </a:bodyPr>
          <a:lstStyle/>
          <a:p>
            <a:pPr marL="0" marR="0" lvl="0" indent="0" algn="ctr" defTabSz="1828891" rtl="0" eaLnBrk="1" fontAlgn="auto" latinLnBrk="0" hangingPunct="1">
              <a:lnSpc>
                <a:spcPct val="80000"/>
              </a:lnSpc>
              <a:spcBef>
                <a:spcPts val="0"/>
              </a:spcBef>
              <a:spcAft>
                <a:spcPts val="0"/>
              </a:spcAft>
              <a:buClrTx/>
              <a:buSzTx/>
              <a:buFontTx/>
              <a:buNone/>
              <a:tabLst/>
              <a:defRPr/>
            </a:pPr>
            <a:r>
              <a:rPr kumimoji="0" lang="en-US" sz="1200" b="0" i="0" u="none" strike="noStrike" kern="1200" cap="none" spc="0" normalizeH="0" baseline="0" noProof="0">
                <a:ln>
                  <a:noFill/>
                </a:ln>
                <a:solidFill>
                  <a:srgbClr val="D1CDCD">
                    <a:lumMod val="90000"/>
                  </a:srgbClr>
                </a:solidFill>
                <a:effectLst/>
                <a:uLnTx/>
                <a:uFillTx/>
                <a:latin typeface="Figtree" pitchFamily="2" charset="0"/>
                <a:ea typeface="+mn-ea"/>
                <a:cs typeface="+mn-cs"/>
              </a:rPr>
              <a:t>Precedent experience</a:t>
            </a:r>
            <a:endParaRPr kumimoji="0" lang="en-GB" sz="1200" b="0" i="0" u="none" strike="noStrike" kern="1200" cap="none" spc="0" normalizeH="0" baseline="0" noProof="0">
              <a:ln>
                <a:noFill/>
              </a:ln>
              <a:solidFill>
                <a:srgbClr val="D1CDCD">
                  <a:lumMod val="90000"/>
                </a:srgbClr>
              </a:solidFill>
              <a:effectLst/>
              <a:uLnTx/>
              <a:uFillTx/>
              <a:latin typeface="Figtree" pitchFamily="2" charset="0"/>
              <a:ea typeface="+mn-ea"/>
              <a:cs typeface="+mn-cs"/>
            </a:endParaRPr>
          </a:p>
        </p:txBody>
      </p:sp>
      <p:pic>
        <p:nvPicPr>
          <p:cNvPr id="1027" name="Picture 2" descr="JP-Morgan Vector Logo - Download Free ...">
            <a:extLst>
              <a:ext uri="{FF2B5EF4-FFF2-40B4-BE49-F238E27FC236}">
                <a16:creationId xmlns:a16="http://schemas.microsoft.com/office/drawing/2014/main" id="{97EF20D0-22D0-4476-FC1E-5E2460BC5D9D}"/>
              </a:ext>
            </a:extLst>
          </p:cNvPr>
          <p:cNvPicPr>
            <a:picLocks noChangeAspect="1" noChangeArrowheads="1"/>
          </p:cNvPicPr>
          <p:nvPr/>
        </p:nvPicPr>
        <p:blipFill>
          <a:blip r:embed="rId10" cstate="email">
            <a:extLst>
              <a:ext uri="{28A0092B-C50C-407E-A947-70E740481C1C}">
                <a14:useLocalDpi xmlns:a14="http://schemas.microsoft.com/office/drawing/2010/main"/>
              </a:ext>
            </a:extLst>
          </a:blip>
          <a:srcRect/>
          <a:stretch>
            <a:fillRect/>
          </a:stretch>
        </p:blipFill>
        <p:spPr bwMode="auto">
          <a:xfrm>
            <a:off x="7394196" y="6198794"/>
            <a:ext cx="1443553" cy="296859"/>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035" descr="Logo, company name&#10;&#10;Description automatically generated">
            <a:extLst>
              <a:ext uri="{FF2B5EF4-FFF2-40B4-BE49-F238E27FC236}">
                <a16:creationId xmlns:a16="http://schemas.microsoft.com/office/drawing/2014/main" id="{D3C6FDA5-259A-6F86-3526-317FCD596149}"/>
              </a:ext>
            </a:extLst>
          </p:cNvPr>
          <p:cNvPicPr>
            <a:picLocks noChangeAspect="1"/>
          </p:cNvPicPr>
          <p:nvPr/>
        </p:nvPicPr>
        <p:blipFill rotWithShape="1">
          <a:blip r:embed="rId11" cstate="email">
            <a:clrChange>
              <a:clrFrom>
                <a:srgbClr val="FFFEFD"/>
              </a:clrFrom>
              <a:clrTo>
                <a:srgbClr val="FFFEFD">
                  <a:alpha val="0"/>
                </a:srgbClr>
              </a:clrTo>
            </a:clrChange>
            <a:alphaModFix/>
            <a:extLst>
              <a:ext uri="{28A0092B-C50C-407E-A947-70E740481C1C}">
                <a14:useLocalDpi xmlns:a14="http://schemas.microsoft.com/office/drawing/2010/main"/>
              </a:ext>
            </a:extLst>
          </a:blip>
          <a:srcRect/>
          <a:stretch/>
        </p:blipFill>
        <p:spPr>
          <a:xfrm>
            <a:off x="10634170" y="3158637"/>
            <a:ext cx="3796853" cy="923415"/>
          </a:xfrm>
          <a:prstGeom prst="rect">
            <a:avLst/>
          </a:prstGeom>
        </p:spPr>
      </p:pic>
      <p:pic>
        <p:nvPicPr>
          <p:cNvPr id="1037" name="Picture 2" descr="Home – Pioneer Point Partners">
            <a:extLst>
              <a:ext uri="{FF2B5EF4-FFF2-40B4-BE49-F238E27FC236}">
                <a16:creationId xmlns:a16="http://schemas.microsoft.com/office/drawing/2014/main" id="{37D7EBE8-96FE-3277-0D2E-A49A72981C41}"/>
              </a:ext>
            </a:extLst>
          </p:cNvPr>
          <p:cNvPicPr>
            <a:picLocks noChangeAspect="1" noChangeArrowheads="1"/>
          </p:cNvPicPr>
          <p:nvPr/>
        </p:nvPicPr>
        <p:blipFill>
          <a:blip r:embed="rId12" cstate="print">
            <a:extLst>
              <a:ext uri="{28A0092B-C50C-407E-A947-70E740481C1C}">
                <a14:useLocalDpi xmlns:a14="http://schemas.microsoft.com/office/drawing/2010/main"/>
              </a:ext>
            </a:extLst>
          </a:blip>
          <a:srcRect/>
          <a:stretch>
            <a:fillRect/>
          </a:stretch>
        </p:blipFill>
        <p:spPr bwMode="auto">
          <a:xfrm>
            <a:off x="10904754" y="5316029"/>
            <a:ext cx="2714366" cy="846568"/>
          </a:xfrm>
          <a:prstGeom prst="rect">
            <a:avLst/>
          </a:prstGeom>
          <a:noFill/>
          <a:extLst>
            <a:ext uri="{909E8E84-426E-40DD-AFC4-6F175D3DCCD1}">
              <a14:hiddenFill xmlns:a14="http://schemas.microsoft.com/office/drawing/2010/main">
                <a:solidFill>
                  <a:srgbClr val="FFFFFF"/>
                </a:solidFill>
              </a14:hiddenFill>
            </a:ext>
          </a:extLst>
        </p:spPr>
      </p:pic>
      <p:sp>
        <p:nvSpPr>
          <p:cNvPr id="1038" name="TextBox 1037">
            <a:extLst>
              <a:ext uri="{FF2B5EF4-FFF2-40B4-BE49-F238E27FC236}">
                <a16:creationId xmlns:a16="http://schemas.microsoft.com/office/drawing/2014/main" id="{6E8E659C-4F09-AA9D-0D0E-4EDE9652B664}"/>
              </a:ext>
            </a:extLst>
          </p:cNvPr>
          <p:cNvSpPr txBox="1"/>
          <p:nvPr/>
        </p:nvSpPr>
        <p:spPr>
          <a:xfrm>
            <a:off x="10650168" y="4117178"/>
            <a:ext cx="6377185" cy="615553"/>
          </a:xfrm>
          <a:prstGeom prst="rect">
            <a:avLst/>
          </a:prstGeom>
          <a:ln w="12700">
            <a:miter lim="400000"/>
          </a:ln>
        </p:spPr>
        <p:txBody>
          <a:bodyPr wrap="square" lIns="0" tIns="0" rIns="0" bIns="0" rtlCol="0" anchor="ctr">
            <a:spAutoFit/>
          </a:bodyP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pPr marL="0" marR="0" lvl="0" indent="0" algn="l" defTabSz="2177288" rtl="0" eaLnBrk="1" fontAlgn="auto" latinLnBrk="0" hangingPunct="0">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Figtree" pitchFamily="2" charset="0"/>
                <a:ea typeface="+mn-ea"/>
                <a:cs typeface="Arial" panose="020B0604020202020204" pitchFamily="34" charset="0"/>
                <a:sym typeface="Helvetica"/>
              </a:rPr>
              <a:t>Global investment management firm with c. $38bn in assets under management</a:t>
            </a:r>
          </a:p>
        </p:txBody>
      </p:sp>
      <p:pic>
        <p:nvPicPr>
          <p:cNvPr id="1039" name="Picture 4" descr="Round icon. Download flag icon of European Union at PNG format">
            <a:extLst>
              <a:ext uri="{FF2B5EF4-FFF2-40B4-BE49-F238E27FC236}">
                <a16:creationId xmlns:a16="http://schemas.microsoft.com/office/drawing/2014/main" id="{750E1EDE-3892-F7E1-BA2C-08F6157000C2}"/>
              </a:ext>
            </a:extLst>
          </p:cNvPr>
          <p:cNvPicPr>
            <a:picLocks noChangeAspect="1" noChangeArrowheads="1"/>
          </p:cNvPicPr>
          <p:nvPr/>
        </p:nvPicPr>
        <p:blipFill>
          <a:blip r:embed="rId13" cstate="email">
            <a:extLst>
              <a:ext uri="{28A0092B-C50C-407E-A947-70E740481C1C}">
                <a14:useLocalDpi xmlns:a14="http://schemas.microsoft.com/office/drawing/2010/main"/>
              </a:ext>
            </a:extLst>
          </a:blip>
          <a:srcRect/>
          <a:stretch>
            <a:fillRect/>
          </a:stretch>
        </p:blipFill>
        <p:spPr bwMode="auto">
          <a:xfrm>
            <a:off x="16115353" y="5397313"/>
            <a:ext cx="912000" cy="684000"/>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6" descr="Round icon. Download flag icon of United States of America at PNG format">
            <a:extLst>
              <a:ext uri="{FF2B5EF4-FFF2-40B4-BE49-F238E27FC236}">
                <a16:creationId xmlns:a16="http://schemas.microsoft.com/office/drawing/2014/main" id="{2D8B6015-4212-4D33-E0C1-75D2D6C7F766}"/>
              </a:ext>
            </a:extLst>
          </p:cNvPr>
          <p:cNvPicPr>
            <a:picLocks noChangeAspect="1" noChangeArrowheads="1"/>
          </p:cNvPicPr>
          <p:nvPr/>
        </p:nvPicPr>
        <p:blipFill>
          <a:blip r:embed="rId14" cstate="email">
            <a:extLst>
              <a:ext uri="{28A0092B-C50C-407E-A947-70E740481C1C}">
                <a14:useLocalDpi xmlns:a14="http://schemas.microsoft.com/office/drawing/2010/main"/>
              </a:ext>
            </a:extLst>
          </a:blip>
          <a:srcRect/>
          <a:stretch>
            <a:fillRect/>
          </a:stretch>
        </p:blipFill>
        <p:spPr bwMode="auto">
          <a:xfrm>
            <a:off x="16115353" y="3278344"/>
            <a:ext cx="912000" cy="684000"/>
          </a:xfrm>
          <a:prstGeom prst="rect">
            <a:avLst/>
          </a:prstGeom>
          <a:noFill/>
          <a:extLst>
            <a:ext uri="{909E8E84-426E-40DD-AFC4-6F175D3DCCD1}">
              <a14:hiddenFill xmlns:a14="http://schemas.microsoft.com/office/drawing/2010/main">
                <a:solidFill>
                  <a:srgbClr val="FFFFFF"/>
                </a:solidFill>
              </a14:hiddenFill>
            </a:ext>
          </a:extLst>
        </p:spPr>
      </p:pic>
      <p:sp>
        <p:nvSpPr>
          <p:cNvPr id="1042" name="TextBox 1041">
            <a:extLst>
              <a:ext uri="{FF2B5EF4-FFF2-40B4-BE49-F238E27FC236}">
                <a16:creationId xmlns:a16="http://schemas.microsoft.com/office/drawing/2014/main" id="{CEDFAF61-E860-D050-61FB-77A193D417A6}"/>
              </a:ext>
            </a:extLst>
          </p:cNvPr>
          <p:cNvSpPr txBox="1"/>
          <p:nvPr/>
        </p:nvSpPr>
        <p:spPr>
          <a:xfrm>
            <a:off x="10650168" y="6344045"/>
            <a:ext cx="6375600" cy="615553"/>
          </a:xfrm>
          <a:prstGeom prst="rect">
            <a:avLst/>
          </a:prstGeom>
          <a:ln w="12700">
            <a:miter lim="400000"/>
          </a:ln>
        </p:spPr>
        <p:txBody>
          <a:bodyPr wrap="square" lIns="0" tIns="0" rIns="0" bIns="0" rtlCol="0" anchor="ctr">
            <a:spAutoFit/>
          </a:bodyP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pPr marL="0" marR="0" lvl="0" indent="0" algn="l" defTabSz="2177288" rtl="0" eaLnBrk="1" fontAlgn="auto" latinLnBrk="0" hangingPunct="0">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Figtree" pitchFamily="2" charset="0"/>
                <a:ea typeface="+mn-ea"/>
                <a:cs typeface="Arial" panose="020B0604020202020204" pitchFamily="34" charset="0"/>
                <a:sym typeface="Helvetica"/>
              </a:rPr>
              <a:t>European specialist investor with &gt;20 yrs track record in energy, environment, water and data infrastructure</a:t>
            </a:r>
          </a:p>
        </p:txBody>
      </p:sp>
      <p:pic>
        <p:nvPicPr>
          <p:cNvPr id="1062" name="Picture 2">
            <a:extLst>
              <a:ext uri="{FF2B5EF4-FFF2-40B4-BE49-F238E27FC236}">
                <a16:creationId xmlns:a16="http://schemas.microsoft.com/office/drawing/2014/main" id="{E8727630-F945-DC46-82C6-81BEE26D125C}"/>
              </a:ext>
            </a:extLst>
          </p:cNvPr>
          <p:cNvPicPr>
            <a:picLocks noChangeAspect="1" noChangeArrowheads="1"/>
          </p:cNvPicPr>
          <p:nvPr/>
        </p:nvPicPr>
        <p:blipFill rotWithShape="1">
          <a:blip r:embed="rId15" cstate="email">
            <a:extLst>
              <a:ext uri="{28A0092B-C50C-407E-A947-70E740481C1C}">
                <a14:useLocalDpi xmlns:a14="http://schemas.microsoft.com/office/drawing/2010/main"/>
              </a:ext>
            </a:extLst>
          </a:blip>
          <a:srcRect/>
          <a:stretch/>
        </p:blipFill>
        <p:spPr bwMode="auto">
          <a:xfrm>
            <a:off x="1413162" y="7075127"/>
            <a:ext cx="1821600" cy="1821600"/>
          </a:xfrm>
          <a:prstGeom prst="ellipse">
            <a:avLst/>
          </a:prstGeom>
          <a:ln w="28575">
            <a:solidFill>
              <a:srgbClr val="475B23"/>
            </a:solidFill>
          </a:ln>
          <a:extLst>
            <a:ext uri="{909E8E84-426E-40DD-AFC4-6F175D3DCCD1}">
              <a14:hiddenFill xmlns:a14="http://schemas.microsoft.com/office/drawing/2010/main">
                <a:solidFill>
                  <a:srgbClr val="FFFFFF"/>
                </a:solidFill>
              </a14:hiddenFill>
            </a:ext>
          </a:extLst>
        </p:spPr>
      </p:pic>
      <p:pic>
        <p:nvPicPr>
          <p:cNvPr id="1063" name="Picture 2">
            <a:extLst>
              <a:ext uri="{FF2B5EF4-FFF2-40B4-BE49-F238E27FC236}">
                <a16:creationId xmlns:a16="http://schemas.microsoft.com/office/drawing/2014/main" id="{AA9E0849-C7B3-AA15-5790-C3C336C5933A}"/>
              </a:ext>
            </a:extLst>
          </p:cNvPr>
          <p:cNvPicPr>
            <a:picLocks noChangeAspect="1" noChangeArrowheads="1"/>
          </p:cNvPicPr>
          <p:nvPr/>
        </p:nvPicPr>
        <p:blipFill rotWithShape="1">
          <a:blip r:embed="rId16" cstate="email">
            <a:extLst>
              <a:ext uri="{28A0092B-C50C-407E-A947-70E740481C1C}">
                <a14:useLocalDpi xmlns:a14="http://schemas.microsoft.com/office/drawing/2010/main"/>
              </a:ext>
            </a:extLst>
          </a:blip>
          <a:srcRect/>
          <a:stretch/>
        </p:blipFill>
        <p:spPr bwMode="auto">
          <a:xfrm>
            <a:off x="4283792" y="7075127"/>
            <a:ext cx="1821600" cy="1821600"/>
          </a:xfrm>
          <a:prstGeom prst="ellipse">
            <a:avLst/>
          </a:prstGeom>
          <a:ln w="28575">
            <a:solidFill>
              <a:srgbClr val="475B23"/>
            </a:solidFill>
          </a:ln>
          <a:extLst>
            <a:ext uri="{909E8E84-426E-40DD-AFC4-6F175D3DCCD1}">
              <a14:hiddenFill xmlns:a14="http://schemas.microsoft.com/office/drawing/2010/main">
                <a:solidFill>
                  <a:srgbClr val="FFFFFF"/>
                </a:solidFill>
              </a14:hiddenFill>
            </a:ext>
          </a:extLst>
        </p:spPr>
      </p:pic>
      <p:sp>
        <p:nvSpPr>
          <p:cNvPr id="1064" name="TextBox 23">
            <a:extLst>
              <a:ext uri="{FF2B5EF4-FFF2-40B4-BE49-F238E27FC236}">
                <a16:creationId xmlns:a16="http://schemas.microsoft.com/office/drawing/2014/main" id="{4E4C453C-7206-4702-293E-12057B0EAD35}"/>
              </a:ext>
            </a:extLst>
          </p:cNvPr>
          <p:cNvSpPr txBox="1"/>
          <p:nvPr/>
        </p:nvSpPr>
        <p:spPr>
          <a:xfrm>
            <a:off x="6622121" y="9007908"/>
            <a:ext cx="2987701" cy="822908"/>
          </a:xfrm>
          <a:prstGeom prst="rect">
            <a:avLst/>
          </a:prstGeom>
          <a:noFill/>
          <a:ln cap="flat">
            <a:noFill/>
          </a:ln>
        </p:spPr>
        <p:txBody>
          <a:bodyPr vert="horz" wrap="square" lIns="0" tIns="36000" rIns="0" bIns="36000" anchor="t" anchorCtr="1" compatLnSpc="1">
            <a:spAutoFit/>
          </a:bodyPr>
          <a:lstStyle>
            <a:defPPr>
              <a:defRPr lang="en-US"/>
            </a:defPPr>
            <a:lvl1pPr marL="0" algn="l" defTabSz="1039170" rtl="0" eaLnBrk="1" latinLnBrk="0" hangingPunct="1">
              <a:defRPr sz="4091" kern="1200">
                <a:solidFill>
                  <a:schemeClr val="tx1"/>
                </a:solidFill>
                <a:latin typeface="+mn-lt"/>
                <a:ea typeface="+mn-ea"/>
                <a:cs typeface="+mn-cs"/>
              </a:defRPr>
            </a:lvl1pPr>
            <a:lvl2pPr marL="1039170" algn="l" defTabSz="1039170" rtl="0" eaLnBrk="1" latinLnBrk="0" hangingPunct="1">
              <a:defRPr sz="4091" kern="1200">
                <a:solidFill>
                  <a:schemeClr val="tx1"/>
                </a:solidFill>
                <a:latin typeface="+mn-lt"/>
                <a:ea typeface="+mn-ea"/>
                <a:cs typeface="+mn-cs"/>
              </a:defRPr>
            </a:lvl2pPr>
            <a:lvl3pPr marL="2078340" algn="l" defTabSz="1039170" rtl="0" eaLnBrk="1" latinLnBrk="0" hangingPunct="1">
              <a:defRPr sz="4091" kern="1200">
                <a:solidFill>
                  <a:schemeClr val="tx1"/>
                </a:solidFill>
                <a:latin typeface="+mn-lt"/>
                <a:ea typeface="+mn-ea"/>
                <a:cs typeface="+mn-cs"/>
              </a:defRPr>
            </a:lvl3pPr>
            <a:lvl4pPr marL="3117510" algn="l" defTabSz="1039170" rtl="0" eaLnBrk="1" latinLnBrk="0" hangingPunct="1">
              <a:defRPr sz="4091" kern="1200">
                <a:solidFill>
                  <a:schemeClr val="tx1"/>
                </a:solidFill>
                <a:latin typeface="+mn-lt"/>
                <a:ea typeface="+mn-ea"/>
                <a:cs typeface="+mn-cs"/>
              </a:defRPr>
            </a:lvl4pPr>
            <a:lvl5pPr marL="4156680" algn="l" defTabSz="1039170" rtl="0" eaLnBrk="1" latinLnBrk="0" hangingPunct="1">
              <a:defRPr sz="4091" kern="1200">
                <a:solidFill>
                  <a:schemeClr val="tx1"/>
                </a:solidFill>
                <a:latin typeface="+mn-lt"/>
                <a:ea typeface="+mn-ea"/>
                <a:cs typeface="+mn-cs"/>
              </a:defRPr>
            </a:lvl5pPr>
            <a:lvl6pPr marL="5195849" algn="l" defTabSz="1039170" rtl="0" eaLnBrk="1" latinLnBrk="0" hangingPunct="1">
              <a:defRPr sz="4091" kern="1200">
                <a:solidFill>
                  <a:schemeClr val="tx1"/>
                </a:solidFill>
                <a:latin typeface="+mn-lt"/>
                <a:ea typeface="+mn-ea"/>
                <a:cs typeface="+mn-cs"/>
              </a:defRPr>
            </a:lvl6pPr>
            <a:lvl7pPr marL="6235019" algn="l" defTabSz="1039170" rtl="0" eaLnBrk="1" latinLnBrk="0" hangingPunct="1">
              <a:defRPr sz="4091" kern="1200">
                <a:solidFill>
                  <a:schemeClr val="tx1"/>
                </a:solidFill>
                <a:latin typeface="+mn-lt"/>
                <a:ea typeface="+mn-ea"/>
                <a:cs typeface="+mn-cs"/>
              </a:defRPr>
            </a:lvl7pPr>
            <a:lvl8pPr marL="7274189" algn="l" defTabSz="1039170" rtl="0" eaLnBrk="1" latinLnBrk="0" hangingPunct="1">
              <a:defRPr sz="4091" kern="1200">
                <a:solidFill>
                  <a:schemeClr val="tx1"/>
                </a:solidFill>
                <a:latin typeface="+mn-lt"/>
                <a:ea typeface="+mn-ea"/>
                <a:cs typeface="+mn-cs"/>
              </a:defRPr>
            </a:lvl8pPr>
            <a:lvl9pPr marL="8313359" algn="l" defTabSz="1039170" rtl="0" eaLnBrk="1" latinLnBrk="0" hangingPunct="1">
              <a:defRPr sz="4091" kern="1200">
                <a:solidFill>
                  <a:schemeClr val="tx1"/>
                </a:solidFill>
                <a:latin typeface="+mn-lt"/>
                <a:ea typeface="+mn-ea"/>
                <a:cs typeface="+mn-cs"/>
              </a:defRPr>
            </a:lvl9pPr>
          </a:lstStyle>
          <a:p>
            <a:pPr marL="0" marR="0" lvl="0" indent="0" algn="ctr" defTabSz="1828800" rtl="0" eaLnBrk="1" fontAlgn="auto" latinLnBrk="0" hangingPunct="1">
              <a:lnSpc>
                <a:spcPct val="120000"/>
              </a:lnSpc>
              <a:spcBef>
                <a:spcPts val="0"/>
              </a:spcBef>
              <a:spcAft>
                <a:spcPts val="0"/>
              </a:spcAft>
              <a:buClrTx/>
              <a:buSzTx/>
              <a:buFontTx/>
              <a:buNone/>
              <a:tabLst/>
              <a:defRPr sz="1800" b="0" i="0" u="none" strike="noStrike" kern="0" cap="none" spc="0" baseline="0">
                <a:solidFill>
                  <a:srgbClr val="000000"/>
                </a:solidFill>
                <a:uFillTx/>
              </a:defRPr>
            </a:pPr>
            <a:r>
              <a:rPr kumimoji="0" lang="en-US" sz="2400" b="1" i="0" u="none" strike="noStrike" kern="0" cap="none" spc="0" normalizeH="0" baseline="0" noProof="0" dirty="0">
                <a:ln>
                  <a:noFill/>
                </a:ln>
                <a:solidFill>
                  <a:srgbClr val="000000"/>
                </a:solidFill>
                <a:effectLst/>
                <a:uLnTx/>
                <a:uFillTx/>
                <a:latin typeface="Figtree" pitchFamily="2" charset="0"/>
                <a:ea typeface="+mn-ea"/>
                <a:cs typeface="+mn-cs"/>
              </a:rPr>
              <a:t>Warren Barrie</a:t>
            </a:r>
            <a:br>
              <a:rPr kumimoji="0" lang="en-US" sz="2400" b="1" i="0" u="none" strike="noStrike" kern="0" cap="none" spc="0" normalizeH="0" baseline="0" noProof="0" dirty="0">
                <a:ln>
                  <a:noFill/>
                </a:ln>
                <a:solidFill>
                  <a:srgbClr val="000000"/>
                </a:solidFill>
                <a:effectLst/>
                <a:uLnTx/>
                <a:uFillTx/>
                <a:latin typeface="Figtree" pitchFamily="2" charset="0"/>
                <a:ea typeface="+mn-ea"/>
                <a:cs typeface="+mn-cs"/>
              </a:rPr>
            </a:br>
            <a:r>
              <a:rPr kumimoji="0" lang="en-US" sz="1800" b="0" i="0" u="none" strike="noStrike" kern="0" cap="none" spc="0" normalizeH="0" baseline="0" noProof="0" dirty="0">
                <a:ln>
                  <a:noFill/>
                </a:ln>
                <a:solidFill>
                  <a:srgbClr val="00C159"/>
                </a:solidFill>
                <a:effectLst/>
                <a:uLnTx/>
                <a:uFillTx/>
                <a:latin typeface="Figtree" pitchFamily="2" charset="0"/>
                <a:ea typeface="+mn-ea"/>
                <a:cs typeface="+mn-cs"/>
              </a:rPr>
              <a:t>Chief Revenue Officer</a:t>
            </a:r>
            <a:endParaRPr kumimoji="0" lang="en-US" sz="2400" b="0" i="0" u="none" strike="noStrike" kern="0" cap="none" spc="0" normalizeH="0" baseline="0" noProof="0" dirty="0">
              <a:ln>
                <a:noFill/>
              </a:ln>
              <a:solidFill>
                <a:srgbClr val="00C159"/>
              </a:solidFill>
              <a:effectLst/>
              <a:uLnTx/>
              <a:uFillTx/>
              <a:latin typeface="Figtree" pitchFamily="2" charset="0"/>
              <a:ea typeface="+mn-ea"/>
              <a:cs typeface="+mn-cs"/>
            </a:endParaRPr>
          </a:p>
        </p:txBody>
      </p:sp>
      <p:sp>
        <p:nvSpPr>
          <p:cNvPr id="1065" name="TextBox 20">
            <a:extLst>
              <a:ext uri="{FF2B5EF4-FFF2-40B4-BE49-F238E27FC236}">
                <a16:creationId xmlns:a16="http://schemas.microsoft.com/office/drawing/2014/main" id="{CFE77779-505E-5B7D-D37B-D647F5F63507}"/>
              </a:ext>
            </a:extLst>
          </p:cNvPr>
          <p:cNvSpPr txBox="1"/>
          <p:nvPr/>
        </p:nvSpPr>
        <p:spPr>
          <a:xfrm>
            <a:off x="803479" y="9007908"/>
            <a:ext cx="3001643" cy="822908"/>
          </a:xfrm>
          <a:prstGeom prst="rect">
            <a:avLst/>
          </a:prstGeom>
          <a:noFill/>
          <a:ln cap="flat">
            <a:noFill/>
          </a:ln>
        </p:spPr>
        <p:txBody>
          <a:bodyPr vert="horz" wrap="square" lIns="0" tIns="36000" rIns="0" bIns="36000" anchor="t" anchorCtr="1" compatLnSpc="1">
            <a:spAutoFit/>
          </a:bodyPr>
          <a:lstStyle>
            <a:defPPr>
              <a:defRPr lang="en-US"/>
            </a:defPPr>
            <a:lvl1pPr marL="0" algn="l" defTabSz="1039170" rtl="0" eaLnBrk="1" latinLnBrk="0" hangingPunct="1">
              <a:defRPr sz="4091" kern="1200">
                <a:solidFill>
                  <a:schemeClr val="tx1"/>
                </a:solidFill>
                <a:latin typeface="+mn-lt"/>
                <a:ea typeface="+mn-ea"/>
                <a:cs typeface="+mn-cs"/>
              </a:defRPr>
            </a:lvl1pPr>
            <a:lvl2pPr marL="1039170" algn="l" defTabSz="1039170" rtl="0" eaLnBrk="1" latinLnBrk="0" hangingPunct="1">
              <a:defRPr sz="4091" kern="1200">
                <a:solidFill>
                  <a:schemeClr val="tx1"/>
                </a:solidFill>
                <a:latin typeface="+mn-lt"/>
                <a:ea typeface="+mn-ea"/>
                <a:cs typeface="+mn-cs"/>
              </a:defRPr>
            </a:lvl2pPr>
            <a:lvl3pPr marL="2078340" algn="l" defTabSz="1039170" rtl="0" eaLnBrk="1" latinLnBrk="0" hangingPunct="1">
              <a:defRPr sz="4091" kern="1200">
                <a:solidFill>
                  <a:schemeClr val="tx1"/>
                </a:solidFill>
                <a:latin typeface="+mn-lt"/>
                <a:ea typeface="+mn-ea"/>
                <a:cs typeface="+mn-cs"/>
              </a:defRPr>
            </a:lvl3pPr>
            <a:lvl4pPr marL="3117510" algn="l" defTabSz="1039170" rtl="0" eaLnBrk="1" latinLnBrk="0" hangingPunct="1">
              <a:defRPr sz="4091" kern="1200">
                <a:solidFill>
                  <a:schemeClr val="tx1"/>
                </a:solidFill>
                <a:latin typeface="+mn-lt"/>
                <a:ea typeface="+mn-ea"/>
                <a:cs typeface="+mn-cs"/>
              </a:defRPr>
            </a:lvl4pPr>
            <a:lvl5pPr marL="4156680" algn="l" defTabSz="1039170" rtl="0" eaLnBrk="1" latinLnBrk="0" hangingPunct="1">
              <a:defRPr sz="4091" kern="1200">
                <a:solidFill>
                  <a:schemeClr val="tx1"/>
                </a:solidFill>
                <a:latin typeface="+mn-lt"/>
                <a:ea typeface="+mn-ea"/>
                <a:cs typeface="+mn-cs"/>
              </a:defRPr>
            </a:lvl5pPr>
            <a:lvl6pPr marL="5195849" algn="l" defTabSz="1039170" rtl="0" eaLnBrk="1" latinLnBrk="0" hangingPunct="1">
              <a:defRPr sz="4091" kern="1200">
                <a:solidFill>
                  <a:schemeClr val="tx1"/>
                </a:solidFill>
                <a:latin typeface="+mn-lt"/>
                <a:ea typeface="+mn-ea"/>
                <a:cs typeface="+mn-cs"/>
              </a:defRPr>
            </a:lvl6pPr>
            <a:lvl7pPr marL="6235019" algn="l" defTabSz="1039170" rtl="0" eaLnBrk="1" latinLnBrk="0" hangingPunct="1">
              <a:defRPr sz="4091" kern="1200">
                <a:solidFill>
                  <a:schemeClr val="tx1"/>
                </a:solidFill>
                <a:latin typeface="+mn-lt"/>
                <a:ea typeface="+mn-ea"/>
                <a:cs typeface="+mn-cs"/>
              </a:defRPr>
            </a:lvl7pPr>
            <a:lvl8pPr marL="7274189" algn="l" defTabSz="1039170" rtl="0" eaLnBrk="1" latinLnBrk="0" hangingPunct="1">
              <a:defRPr sz="4091" kern="1200">
                <a:solidFill>
                  <a:schemeClr val="tx1"/>
                </a:solidFill>
                <a:latin typeface="+mn-lt"/>
                <a:ea typeface="+mn-ea"/>
                <a:cs typeface="+mn-cs"/>
              </a:defRPr>
            </a:lvl8pPr>
            <a:lvl9pPr marL="8313359" algn="l" defTabSz="1039170" rtl="0" eaLnBrk="1" latinLnBrk="0" hangingPunct="1">
              <a:defRPr sz="4091" kern="1200">
                <a:solidFill>
                  <a:schemeClr val="tx1"/>
                </a:solidFill>
                <a:latin typeface="+mn-lt"/>
                <a:ea typeface="+mn-ea"/>
                <a:cs typeface="+mn-cs"/>
              </a:defRPr>
            </a:lvl9pPr>
          </a:lstStyle>
          <a:p>
            <a:pPr marL="0" marR="0" lvl="0" indent="0" algn="ctr" defTabSz="1828800" rtl="0" eaLnBrk="1" fontAlgn="auto" latinLnBrk="0" hangingPunct="1">
              <a:lnSpc>
                <a:spcPct val="120000"/>
              </a:lnSpc>
              <a:spcBef>
                <a:spcPts val="0"/>
              </a:spcBef>
              <a:spcAft>
                <a:spcPts val="0"/>
              </a:spcAft>
              <a:buClrTx/>
              <a:buSzTx/>
              <a:buFontTx/>
              <a:buNone/>
              <a:tabLst/>
              <a:defRPr sz="1800" b="0" i="0" u="none" strike="noStrike" kern="0" cap="none" spc="0" baseline="0">
                <a:solidFill>
                  <a:srgbClr val="000000"/>
                </a:solidFill>
                <a:uFillTx/>
              </a:defRPr>
            </a:pPr>
            <a:r>
              <a:rPr kumimoji="0" lang="en-US" sz="2400" b="1" i="0" u="none" strike="noStrike" kern="0" cap="none" spc="0" normalizeH="0" baseline="0" noProof="0">
                <a:ln>
                  <a:noFill/>
                </a:ln>
                <a:solidFill>
                  <a:srgbClr val="000000"/>
                </a:solidFill>
                <a:effectLst/>
                <a:uLnTx/>
                <a:uFillTx/>
                <a:latin typeface="Figtree" pitchFamily="2" charset="0"/>
                <a:ea typeface="+mn-ea"/>
                <a:cs typeface="+mn-cs"/>
              </a:rPr>
              <a:t>Nicolas Le Brouster</a:t>
            </a:r>
          </a:p>
          <a:p>
            <a:pPr marL="0" marR="0" lvl="0" indent="0" algn="ctr" defTabSz="1828800" rtl="0" eaLnBrk="1" fontAlgn="auto" latinLnBrk="0" hangingPunct="1">
              <a:lnSpc>
                <a:spcPct val="120000"/>
              </a:lnSpc>
              <a:spcBef>
                <a:spcPts val="0"/>
              </a:spcBef>
              <a:spcAft>
                <a:spcPts val="0"/>
              </a:spcAft>
              <a:buClrTx/>
              <a:buSzTx/>
              <a:buFontTx/>
              <a:buNone/>
              <a:tabLst/>
              <a:defRPr sz="1800" b="0" i="0" u="none" strike="noStrike" kern="0" cap="none" spc="0" baseline="0">
                <a:solidFill>
                  <a:srgbClr val="000000"/>
                </a:solidFill>
                <a:uFillTx/>
              </a:defRPr>
            </a:pPr>
            <a:r>
              <a:rPr kumimoji="0" lang="en-US" sz="1800" b="0" i="0" u="none" strike="noStrike" kern="0" cap="none" spc="0" normalizeH="0" baseline="0" noProof="0">
                <a:ln>
                  <a:noFill/>
                </a:ln>
                <a:solidFill>
                  <a:srgbClr val="00C159"/>
                </a:solidFill>
                <a:effectLst/>
                <a:uLnTx/>
                <a:uFillTx/>
                <a:latin typeface="Figtree" pitchFamily="2" charset="0"/>
                <a:ea typeface="+mn-ea"/>
                <a:cs typeface="+mn-cs"/>
              </a:rPr>
              <a:t>Chief Financial Officer</a:t>
            </a:r>
          </a:p>
        </p:txBody>
      </p:sp>
      <p:sp>
        <p:nvSpPr>
          <p:cNvPr id="1066" name="TextBox 22">
            <a:extLst>
              <a:ext uri="{FF2B5EF4-FFF2-40B4-BE49-F238E27FC236}">
                <a16:creationId xmlns:a16="http://schemas.microsoft.com/office/drawing/2014/main" id="{BAEB54F3-257C-E94C-AC23-3DA6A76A520B}"/>
              </a:ext>
            </a:extLst>
          </p:cNvPr>
          <p:cNvSpPr txBox="1"/>
          <p:nvPr/>
        </p:nvSpPr>
        <p:spPr>
          <a:xfrm>
            <a:off x="3903666" y="9007908"/>
            <a:ext cx="2596062" cy="822908"/>
          </a:xfrm>
          <a:prstGeom prst="rect">
            <a:avLst/>
          </a:prstGeom>
          <a:noFill/>
          <a:ln cap="flat">
            <a:noFill/>
          </a:ln>
        </p:spPr>
        <p:txBody>
          <a:bodyPr vert="horz" wrap="square" lIns="0" tIns="36000" rIns="0" bIns="36000" anchor="t" anchorCtr="1" compatLnSpc="1">
            <a:spAutoFit/>
          </a:bodyPr>
          <a:lstStyle>
            <a:defPPr>
              <a:defRPr lang="en-US"/>
            </a:defPPr>
            <a:lvl1pPr marL="0" algn="l" defTabSz="1039170" rtl="0" eaLnBrk="1" latinLnBrk="0" hangingPunct="1">
              <a:defRPr sz="4091" kern="1200">
                <a:solidFill>
                  <a:schemeClr val="tx1"/>
                </a:solidFill>
                <a:latin typeface="+mn-lt"/>
                <a:ea typeface="+mn-ea"/>
                <a:cs typeface="+mn-cs"/>
              </a:defRPr>
            </a:lvl1pPr>
            <a:lvl2pPr marL="1039170" algn="l" defTabSz="1039170" rtl="0" eaLnBrk="1" latinLnBrk="0" hangingPunct="1">
              <a:defRPr sz="4091" kern="1200">
                <a:solidFill>
                  <a:schemeClr val="tx1"/>
                </a:solidFill>
                <a:latin typeface="+mn-lt"/>
                <a:ea typeface="+mn-ea"/>
                <a:cs typeface="+mn-cs"/>
              </a:defRPr>
            </a:lvl2pPr>
            <a:lvl3pPr marL="2078340" algn="l" defTabSz="1039170" rtl="0" eaLnBrk="1" latinLnBrk="0" hangingPunct="1">
              <a:defRPr sz="4091" kern="1200">
                <a:solidFill>
                  <a:schemeClr val="tx1"/>
                </a:solidFill>
                <a:latin typeface="+mn-lt"/>
                <a:ea typeface="+mn-ea"/>
                <a:cs typeface="+mn-cs"/>
              </a:defRPr>
            </a:lvl3pPr>
            <a:lvl4pPr marL="3117510" algn="l" defTabSz="1039170" rtl="0" eaLnBrk="1" latinLnBrk="0" hangingPunct="1">
              <a:defRPr sz="4091" kern="1200">
                <a:solidFill>
                  <a:schemeClr val="tx1"/>
                </a:solidFill>
                <a:latin typeface="+mn-lt"/>
                <a:ea typeface="+mn-ea"/>
                <a:cs typeface="+mn-cs"/>
              </a:defRPr>
            </a:lvl4pPr>
            <a:lvl5pPr marL="4156680" algn="l" defTabSz="1039170" rtl="0" eaLnBrk="1" latinLnBrk="0" hangingPunct="1">
              <a:defRPr sz="4091" kern="1200">
                <a:solidFill>
                  <a:schemeClr val="tx1"/>
                </a:solidFill>
                <a:latin typeface="+mn-lt"/>
                <a:ea typeface="+mn-ea"/>
                <a:cs typeface="+mn-cs"/>
              </a:defRPr>
            </a:lvl5pPr>
            <a:lvl6pPr marL="5195849" algn="l" defTabSz="1039170" rtl="0" eaLnBrk="1" latinLnBrk="0" hangingPunct="1">
              <a:defRPr sz="4091" kern="1200">
                <a:solidFill>
                  <a:schemeClr val="tx1"/>
                </a:solidFill>
                <a:latin typeface="+mn-lt"/>
                <a:ea typeface="+mn-ea"/>
                <a:cs typeface="+mn-cs"/>
              </a:defRPr>
            </a:lvl6pPr>
            <a:lvl7pPr marL="6235019" algn="l" defTabSz="1039170" rtl="0" eaLnBrk="1" latinLnBrk="0" hangingPunct="1">
              <a:defRPr sz="4091" kern="1200">
                <a:solidFill>
                  <a:schemeClr val="tx1"/>
                </a:solidFill>
                <a:latin typeface="+mn-lt"/>
                <a:ea typeface="+mn-ea"/>
                <a:cs typeface="+mn-cs"/>
              </a:defRPr>
            </a:lvl7pPr>
            <a:lvl8pPr marL="7274189" algn="l" defTabSz="1039170" rtl="0" eaLnBrk="1" latinLnBrk="0" hangingPunct="1">
              <a:defRPr sz="4091" kern="1200">
                <a:solidFill>
                  <a:schemeClr val="tx1"/>
                </a:solidFill>
                <a:latin typeface="+mn-lt"/>
                <a:ea typeface="+mn-ea"/>
                <a:cs typeface="+mn-cs"/>
              </a:defRPr>
            </a:lvl8pPr>
            <a:lvl9pPr marL="8313359" algn="l" defTabSz="1039170" rtl="0" eaLnBrk="1" latinLnBrk="0" hangingPunct="1">
              <a:defRPr sz="4091" kern="1200">
                <a:solidFill>
                  <a:schemeClr val="tx1"/>
                </a:solidFill>
                <a:latin typeface="+mn-lt"/>
                <a:ea typeface="+mn-ea"/>
                <a:cs typeface="+mn-cs"/>
              </a:defRPr>
            </a:lvl9pPr>
          </a:lstStyle>
          <a:p>
            <a:pPr marL="0" marR="0" lvl="0" indent="0" algn="ctr" defTabSz="1828800" rtl="0" eaLnBrk="1" fontAlgn="auto" latinLnBrk="0" hangingPunct="1">
              <a:lnSpc>
                <a:spcPct val="120000"/>
              </a:lnSpc>
              <a:spcBef>
                <a:spcPts val="0"/>
              </a:spcBef>
              <a:spcAft>
                <a:spcPts val="0"/>
              </a:spcAft>
              <a:buClrTx/>
              <a:buSzTx/>
              <a:buFontTx/>
              <a:buNone/>
              <a:tabLst/>
              <a:defRPr sz="1800" b="0" i="0" u="none" strike="noStrike" kern="0" cap="none" spc="0" baseline="0">
                <a:solidFill>
                  <a:srgbClr val="000000"/>
                </a:solidFill>
                <a:uFillTx/>
              </a:defRPr>
            </a:pPr>
            <a:r>
              <a:rPr kumimoji="0" lang="en-US" sz="2400" b="1" i="0" u="none" strike="noStrike" kern="0" cap="none" spc="0" normalizeH="0" baseline="0" noProof="0">
                <a:ln>
                  <a:noFill/>
                </a:ln>
                <a:solidFill>
                  <a:srgbClr val="000000"/>
                </a:solidFill>
                <a:effectLst/>
                <a:uLnTx/>
                <a:uFillTx/>
                <a:latin typeface="Figtree" pitchFamily="2" charset="0"/>
                <a:ea typeface="+mn-ea"/>
                <a:cs typeface="+mn-cs"/>
              </a:rPr>
              <a:t>Omer Wilson</a:t>
            </a:r>
            <a:br>
              <a:rPr kumimoji="0" lang="en-US" sz="2400" b="1" i="0" u="none" strike="noStrike" kern="0" cap="none" spc="0" normalizeH="0" baseline="0" noProof="0">
                <a:ln>
                  <a:noFill/>
                </a:ln>
                <a:solidFill>
                  <a:srgbClr val="000000"/>
                </a:solidFill>
                <a:effectLst/>
                <a:uLnTx/>
                <a:uFillTx/>
                <a:latin typeface="Figtree" pitchFamily="2" charset="0"/>
                <a:ea typeface="+mn-ea"/>
                <a:cs typeface="+mn-cs"/>
              </a:rPr>
            </a:br>
            <a:r>
              <a:rPr kumimoji="0" lang="en-US" sz="1800" b="0" i="0" u="none" strike="noStrike" kern="0" cap="none" spc="0" normalizeH="0" baseline="0" noProof="0">
                <a:ln>
                  <a:noFill/>
                </a:ln>
                <a:solidFill>
                  <a:srgbClr val="00C159"/>
                </a:solidFill>
                <a:effectLst/>
                <a:uLnTx/>
                <a:uFillTx/>
                <a:latin typeface="Figtree" pitchFamily="2" charset="0"/>
                <a:ea typeface="+mn-ea"/>
                <a:cs typeface="+mn-cs"/>
              </a:rPr>
              <a:t>Chief Marketing Officer</a:t>
            </a:r>
            <a:endParaRPr kumimoji="0" lang="en-US" sz="2400" b="0" i="0" u="none" strike="noStrike" kern="0" cap="none" spc="0" normalizeH="0" baseline="0" noProof="0">
              <a:ln>
                <a:noFill/>
              </a:ln>
              <a:solidFill>
                <a:srgbClr val="00C159"/>
              </a:solidFill>
              <a:effectLst/>
              <a:uLnTx/>
              <a:uFillTx/>
              <a:latin typeface="Figtree" pitchFamily="2" charset="0"/>
              <a:ea typeface="+mn-ea"/>
              <a:cs typeface="+mn-cs"/>
            </a:endParaRPr>
          </a:p>
        </p:txBody>
      </p:sp>
      <p:sp>
        <p:nvSpPr>
          <p:cNvPr id="1071" name="TextBox 1070">
            <a:extLst>
              <a:ext uri="{FF2B5EF4-FFF2-40B4-BE49-F238E27FC236}">
                <a16:creationId xmlns:a16="http://schemas.microsoft.com/office/drawing/2014/main" id="{8B6C13B8-56FC-2983-631C-CE4996BA85C4}"/>
              </a:ext>
            </a:extLst>
          </p:cNvPr>
          <p:cNvSpPr txBox="1"/>
          <p:nvPr/>
        </p:nvSpPr>
        <p:spPr>
          <a:xfrm>
            <a:off x="1012769" y="9825437"/>
            <a:ext cx="2623265" cy="241605"/>
          </a:xfrm>
          <a:prstGeom prst="rect">
            <a:avLst/>
          </a:prstGeom>
          <a:noFill/>
        </p:spPr>
        <p:txBody>
          <a:bodyPr wrap="square">
            <a:spAutoFit/>
          </a:bodyPr>
          <a:lstStyle/>
          <a:p>
            <a:pPr marL="0" marR="0" lvl="0" indent="0" algn="ctr" defTabSz="1828891" rtl="0" eaLnBrk="1" fontAlgn="auto" latinLnBrk="0" hangingPunct="1">
              <a:lnSpc>
                <a:spcPct val="80000"/>
              </a:lnSpc>
              <a:spcBef>
                <a:spcPts val="0"/>
              </a:spcBef>
              <a:spcAft>
                <a:spcPts val="0"/>
              </a:spcAft>
              <a:buClrTx/>
              <a:buSzTx/>
              <a:buFontTx/>
              <a:buNone/>
              <a:tabLst/>
              <a:defRPr/>
            </a:pPr>
            <a:r>
              <a:rPr kumimoji="0" lang="en-US" sz="1200" b="0" i="0" u="none" strike="noStrike" kern="1200" cap="none" spc="0" normalizeH="0" baseline="0" noProof="0">
                <a:ln>
                  <a:noFill/>
                </a:ln>
                <a:solidFill>
                  <a:srgbClr val="D1CDCD">
                    <a:lumMod val="90000"/>
                  </a:srgbClr>
                </a:solidFill>
                <a:effectLst/>
                <a:uLnTx/>
                <a:uFillTx/>
                <a:latin typeface="Figtree" pitchFamily="2" charset="0"/>
                <a:ea typeface="+mn-ea"/>
                <a:cs typeface="+mn-cs"/>
              </a:rPr>
              <a:t>Precedent experience</a:t>
            </a:r>
            <a:endParaRPr kumimoji="0" lang="en-GB" sz="1200" b="0" i="0" u="none" strike="noStrike" kern="1200" cap="none" spc="0" normalizeH="0" baseline="0" noProof="0">
              <a:ln>
                <a:noFill/>
              </a:ln>
              <a:solidFill>
                <a:srgbClr val="D1CDCD">
                  <a:lumMod val="90000"/>
                </a:srgbClr>
              </a:solidFill>
              <a:effectLst/>
              <a:uLnTx/>
              <a:uFillTx/>
              <a:latin typeface="Figtree" pitchFamily="2" charset="0"/>
              <a:ea typeface="+mn-ea"/>
              <a:cs typeface="+mn-cs"/>
            </a:endParaRPr>
          </a:p>
        </p:txBody>
      </p:sp>
      <p:sp>
        <p:nvSpPr>
          <p:cNvPr id="1072" name="TextBox 1071">
            <a:extLst>
              <a:ext uri="{FF2B5EF4-FFF2-40B4-BE49-F238E27FC236}">
                <a16:creationId xmlns:a16="http://schemas.microsoft.com/office/drawing/2014/main" id="{5C1FD81F-C4F3-C3C1-0901-4FA5C15E4DD7}"/>
              </a:ext>
            </a:extLst>
          </p:cNvPr>
          <p:cNvSpPr txBox="1"/>
          <p:nvPr/>
        </p:nvSpPr>
        <p:spPr>
          <a:xfrm>
            <a:off x="3882520" y="9825437"/>
            <a:ext cx="2623265" cy="241605"/>
          </a:xfrm>
          <a:prstGeom prst="rect">
            <a:avLst/>
          </a:prstGeom>
          <a:noFill/>
        </p:spPr>
        <p:txBody>
          <a:bodyPr wrap="square">
            <a:spAutoFit/>
          </a:bodyPr>
          <a:lstStyle/>
          <a:p>
            <a:pPr marL="0" marR="0" lvl="0" indent="0" algn="ctr" defTabSz="1828891" rtl="0" eaLnBrk="1" fontAlgn="auto" latinLnBrk="0" hangingPunct="1">
              <a:lnSpc>
                <a:spcPct val="80000"/>
              </a:lnSpc>
              <a:spcBef>
                <a:spcPts val="0"/>
              </a:spcBef>
              <a:spcAft>
                <a:spcPts val="0"/>
              </a:spcAft>
              <a:buClrTx/>
              <a:buSzTx/>
              <a:buFontTx/>
              <a:buNone/>
              <a:tabLst/>
              <a:defRPr/>
            </a:pPr>
            <a:r>
              <a:rPr kumimoji="0" lang="en-US" sz="1200" b="0" i="0" u="none" strike="noStrike" kern="1200" cap="none" spc="0" normalizeH="0" baseline="0" noProof="0">
                <a:ln>
                  <a:noFill/>
                </a:ln>
                <a:solidFill>
                  <a:srgbClr val="D1CDCD">
                    <a:lumMod val="90000"/>
                  </a:srgbClr>
                </a:solidFill>
                <a:effectLst/>
                <a:uLnTx/>
                <a:uFillTx/>
                <a:latin typeface="Figtree" pitchFamily="2" charset="0"/>
                <a:ea typeface="+mn-ea"/>
                <a:cs typeface="+mn-cs"/>
              </a:rPr>
              <a:t>Precedent experience</a:t>
            </a:r>
            <a:endParaRPr kumimoji="0" lang="en-GB" sz="1200" b="0" i="0" u="none" strike="noStrike" kern="1200" cap="none" spc="0" normalizeH="0" baseline="0" noProof="0">
              <a:ln>
                <a:noFill/>
              </a:ln>
              <a:solidFill>
                <a:srgbClr val="D1CDCD">
                  <a:lumMod val="90000"/>
                </a:srgbClr>
              </a:solidFill>
              <a:effectLst/>
              <a:uLnTx/>
              <a:uFillTx/>
              <a:latin typeface="Figtree" pitchFamily="2" charset="0"/>
              <a:ea typeface="+mn-ea"/>
              <a:cs typeface="+mn-cs"/>
            </a:endParaRPr>
          </a:p>
        </p:txBody>
      </p:sp>
      <p:sp>
        <p:nvSpPr>
          <p:cNvPr id="1073" name="TextBox 1072">
            <a:extLst>
              <a:ext uri="{FF2B5EF4-FFF2-40B4-BE49-F238E27FC236}">
                <a16:creationId xmlns:a16="http://schemas.microsoft.com/office/drawing/2014/main" id="{4161A978-9B47-219B-95CF-554DEDE5BA28}"/>
              </a:ext>
            </a:extLst>
          </p:cNvPr>
          <p:cNvSpPr txBox="1"/>
          <p:nvPr/>
        </p:nvSpPr>
        <p:spPr>
          <a:xfrm>
            <a:off x="6804340" y="9825437"/>
            <a:ext cx="2623265" cy="241605"/>
          </a:xfrm>
          <a:prstGeom prst="rect">
            <a:avLst/>
          </a:prstGeom>
          <a:noFill/>
        </p:spPr>
        <p:txBody>
          <a:bodyPr wrap="square">
            <a:spAutoFit/>
          </a:bodyPr>
          <a:lstStyle/>
          <a:p>
            <a:pPr marL="0" marR="0" lvl="0" indent="0" algn="ctr" defTabSz="1828891" rtl="0" eaLnBrk="1" fontAlgn="auto" latinLnBrk="0" hangingPunct="1">
              <a:lnSpc>
                <a:spcPct val="80000"/>
              </a:lnSpc>
              <a:spcBef>
                <a:spcPts val="0"/>
              </a:spcBef>
              <a:spcAft>
                <a:spcPts val="0"/>
              </a:spcAft>
              <a:buClrTx/>
              <a:buSzTx/>
              <a:buFontTx/>
              <a:buNone/>
              <a:tabLst/>
              <a:defRPr/>
            </a:pPr>
            <a:r>
              <a:rPr kumimoji="0" lang="en-US" sz="1200" b="0" i="0" u="none" strike="noStrike" kern="1200" cap="none" spc="0" normalizeH="0" baseline="0" noProof="0">
                <a:ln>
                  <a:noFill/>
                </a:ln>
                <a:solidFill>
                  <a:srgbClr val="D1CDCD">
                    <a:lumMod val="90000"/>
                  </a:srgbClr>
                </a:solidFill>
                <a:effectLst/>
                <a:uLnTx/>
                <a:uFillTx/>
                <a:latin typeface="Figtree" pitchFamily="2" charset="0"/>
                <a:ea typeface="+mn-ea"/>
                <a:cs typeface="+mn-cs"/>
              </a:rPr>
              <a:t>Precedent experience</a:t>
            </a:r>
            <a:endParaRPr kumimoji="0" lang="en-GB" sz="1200" b="0" i="0" u="none" strike="noStrike" kern="1200" cap="none" spc="0" normalizeH="0" baseline="0" noProof="0">
              <a:ln>
                <a:noFill/>
              </a:ln>
              <a:solidFill>
                <a:srgbClr val="D1CDCD">
                  <a:lumMod val="90000"/>
                </a:srgbClr>
              </a:solidFill>
              <a:effectLst/>
              <a:uLnTx/>
              <a:uFillTx/>
              <a:latin typeface="Figtree" pitchFamily="2" charset="0"/>
              <a:ea typeface="+mn-ea"/>
              <a:cs typeface="+mn-cs"/>
            </a:endParaRPr>
          </a:p>
        </p:txBody>
      </p:sp>
      <p:pic>
        <p:nvPicPr>
          <p:cNvPr id="1075" name="Picture 16" descr="GE Capital's Retail Finance Renews Consumer Financing Program with Select  Comfort Corporation | GE News">
            <a:extLst>
              <a:ext uri="{FF2B5EF4-FFF2-40B4-BE49-F238E27FC236}">
                <a16:creationId xmlns:a16="http://schemas.microsoft.com/office/drawing/2014/main" id="{8EA21AD6-8B88-E8F1-3FA4-F9175561A266}"/>
              </a:ext>
            </a:extLst>
          </p:cNvPr>
          <p:cNvPicPr>
            <a:picLocks noChangeAspect="1" noChangeArrowheads="1"/>
          </p:cNvPicPr>
          <p:nvPr/>
        </p:nvPicPr>
        <p:blipFill>
          <a:blip r:embed="rId17" cstate="email">
            <a:extLst>
              <a:ext uri="{28A0092B-C50C-407E-A947-70E740481C1C}">
                <a14:useLocalDpi xmlns:a14="http://schemas.microsoft.com/office/drawing/2010/main"/>
              </a:ext>
            </a:extLst>
          </a:blip>
          <a:srcRect/>
          <a:stretch>
            <a:fillRect/>
          </a:stretch>
        </p:blipFill>
        <p:spPr bwMode="auto">
          <a:xfrm>
            <a:off x="1662594" y="10067059"/>
            <a:ext cx="1323614" cy="423959"/>
          </a:xfrm>
          <a:prstGeom prst="rect">
            <a:avLst/>
          </a:prstGeom>
          <a:noFill/>
          <a:extLst>
            <a:ext uri="{909E8E84-426E-40DD-AFC4-6F175D3DCCD1}">
              <a14:hiddenFill xmlns:a14="http://schemas.microsoft.com/office/drawing/2010/main">
                <a:solidFill>
                  <a:srgbClr val="FFFFFF"/>
                </a:solidFill>
              </a14:hiddenFill>
            </a:ext>
          </a:extLst>
        </p:spPr>
      </p:pic>
      <p:pic>
        <p:nvPicPr>
          <p:cNvPr id="1077" name="Picture 6">
            <a:extLst>
              <a:ext uri="{FF2B5EF4-FFF2-40B4-BE49-F238E27FC236}">
                <a16:creationId xmlns:a16="http://schemas.microsoft.com/office/drawing/2014/main" id="{6D87829A-9832-3DD8-FB79-1EC7E3616692}"/>
              </a:ext>
            </a:extLst>
          </p:cNvPr>
          <p:cNvPicPr>
            <a:picLocks noChangeAspect="1" noChangeArrowheads="1"/>
          </p:cNvPicPr>
          <p:nvPr/>
        </p:nvPicPr>
        <p:blipFill>
          <a:blip r:embed="rId8" cstate="email">
            <a:extLst>
              <a:ext uri="{28A0092B-C50C-407E-A947-70E740481C1C}">
                <a14:useLocalDpi xmlns:a14="http://schemas.microsoft.com/office/drawing/2010/main"/>
              </a:ext>
            </a:extLst>
          </a:blip>
          <a:srcRect/>
          <a:stretch/>
        </p:blipFill>
        <p:spPr bwMode="auto">
          <a:xfrm>
            <a:off x="4500769" y="9934232"/>
            <a:ext cx="1386766" cy="657908"/>
          </a:xfrm>
          <a:prstGeom prst="rect">
            <a:avLst/>
          </a:prstGeom>
          <a:noFill/>
          <a:extLst>
            <a:ext uri="{909E8E84-426E-40DD-AFC4-6F175D3DCCD1}">
              <a14:hiddenFill xmlns:a14="http://schemas.microsoft.com/office/drawing/2010/main">
                <a:solidFill>
                  <a:srgbClr val="FFFFFF"/>
                </a:solidFill>
              </a14:hiddenFill>
            </a:ext>
          </a:extLst>
        </p:spPr>
      </p:pic>
      <p:sp>
        <p:nvSpPr>
          <p:cNvPr id="1083" name="TextBox 1082">
            <a:extLst>
              <a:ext uri="{FF2B5EF4-FFF2-40B4-BE49-F238E27FC236}">
                <a16:creationId xmlns:a16="http://schemas.microsoft.com/office/drawing/2014/main" id="{1FD99277-4628-ADF1-C546-44221B6C1707}"/>
              </a:ext>
            </a:extLst>
          </p:cNvPr>
          <p:cNvSpPr txBox="1"/>
          <p:nvPr/>
        </p:nvSpPr>
        <p:spPr>
          <a:xfrm>
            <a:off x="3234762" y="15118030"/>
            <a:ext cx="6349028" cy="307777"/>
          </a:xfrm>
          <a:prstGeom prst="rect">
            <a:avLst/>
          </a:prstGeom>
          <a:noFill/>
        </p:spPr>
        <p:txBody>
          <a:bodyPr wrap="none" lIns="72000" rIns="72000" rtlCol="0">
            <a:spAutoFit/>
          </a:bodyPr>
          <a:lstStyle/>
          <a:p>
            <a:pPr marL="0" marR="0" lvl="0" indent="0" algn="l" defTabSz="18288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30000" noProof="0">
                <a:ln>
                  <a:noFill/>
                </a:ln>
                <a:solidFill>
                  <a:srgbClr val="000000"/>
                </a:solidFill>
                <a:effectLst/>
                <a:uLnTx/>
                <a:uFillTx/>
                <a:latin typeface="Figtree" pitchFamily="2" charset="0"/>
                <a:ea typeface="+mn-ea"/>
                <a:cs typeface="+mn-cs"/>
              </a:rPr>
              <a:t>1</a:t>
            </a:r>
            <a:r>
              <a:rPr kumimoji="0" lang="en-US" sz="1400" b="0" i="0" u="none" strike="noStrike" kern="1200" cap="none" spc="0" normalizeH="0" baseline="0" noProof="0">
                <a:ln>
                  <a:noFill/>
                </a:ln>
                <a:solidFill>
                  <a:srgbClr val="000000"/>
                </a:solidFill>
                <a:effectLst/>
                <a:uLnTx/>
                <a:uFillTx/>
                <a:latin typeface="Figtree" pitchFamily="2" charset="0"/>
                <a:ea typeface="+mn-ea"/>
                <a:cs typeface="+mn-cs"/>
              </a:rPr>
              <a:t> Non-exhaustive list of partners that delivered the operational SIN01 building</a:t>
            </a:r>
            <a:endParaRPr kumimoji="0" lang="en-GB" sz="1400" b="0" i="0" u="none" strike="noStrike" kern="1200" cap="none" spc="0" normalizeH="0" baseline="0" noProof="0">
              <a:ln>
                <a:noFill/>
              </a:ln>
              <a:solidFill>
                <a:srgbClr val="000000"/>
              </a:solidFill>
              <a:effectLst/>
              <a:uLnTx/>
              <a:uFillTx/>
              <a:latin typeface="Figtree" pitchFamily="2" charset="0"/>
              <a:ea typeface="+mn-ea"/>
              <a:cs typeface="+mn-cs"/>
            </a:endParaRPr>
          </a:p>
        </p:txBody>
      </p:sp>
      <p:graphicFrame>
        <p:nvGraphicFramePr>
          <p:cNvPr id="1086" name="Table 1085">
            <a:extLst>
              <a:ext uri="{FF2B5EF4-FFF2-40B4-BE49-F238E27FC236}">
                <a16:creationId xmlns:a16="http://schemas.microsoft.com/office/drawing/2014/main" id="{528197A6-E6BF-49DE-942C-B33EF26C4A91}"/>
              </a:ext>
            </a:extLst>
          </p:cNvPr>
          <p:cNvGraphicFramePr>
            <a:graphicFrameLocks noGrp="1"/>
          </p:cNvGraphicFramePr>
          <p:nvPr>
            <p:extLst>
              <p:ext uri="{D42A27DB-BD31-4B8C-83A1-F6EECF244321}">
                <p14:modId xmlns:p14="http://schemas.microsoft.com/office/powerpoint/2010/main" val="3158471534"/>
              </p:ext>
            </p:extLst>
          </p:nvPr>
        </p:nvGraphicFramePr>
        <p:xfrm>
          <a:off x="564056" y="2210605"/>
          <a:ext cx="9540000" cy="576000"/>
        </p:xfrm>
        <a:graphic>
          <a:graphicData uri="http://schemas.openxmlformats.org/drawingml/2006/table">
            <a:tbl>
              <a:tblPr firstRow="1" bandRow="1">
                <a:tableStyleId>{5C22544A-7EE6-4342-B048-85BDC9FD1C3A}</a:tableStyleId>
              </a:tblPr>
              <a:tblGrid>
                <a:gridCol w="9540000">
                  <a:extLst>
                    <a:ext uri="{9D8B030D-6E8A-4147-A177-3AD203B41FA5}">
                      <a16:colId xmlns:a16="http://schemas.microsoft.com/office/drawing/2014/main" val="1092837733"/>
                    </a:ext>
                  </a:extLst>
                </a:gridCol>
              </a:tblGrid>
              <a:tr h="576000">
                <a:tc>
                  <a:txBody>
                    <a:bodyPr/>
                    <a:lstStyle/>
                    <a:p>
                      <a:r>
                        <a:rPr lang="en-US" sz="2800">
                          <a:solidFill>
                            <a:schemeClr val="tx1"/>
                          </a:solidFill>
                          <a:latin typeface="Figtree" pitchFamily="2" charset="0"/>
                        </a:rPr>
                        <a:t>Management Team with deep experience </a:t>
                      </a:r>
                      <a:endParaRPr lang="en-GB" sz="2800">
                        <a:solidFill>
                          <a:schemeClr val="tx1"/>
                        </a:solidFill>
                        <a:latin typeface="Figtree" pitchFamily="2" charset="0"/>
                      </a:endParaRPr>
                    </a:p>
                  </a:txBody>
                  <a:tcPr marL="108000" marR="182880" marT="36000" marB="36000">
                    <a:lnL w="12700" cmpd="sng">
                      <a:noFill/>
                    </a:lnL>
                    <a:lnR w="12700" cmpd="sng">
                      <a:noFill/>
                    </a:lnR>
                    <a:lnT w="12700" cmpd="sng">
                      <a:noFill/>
                    </a:lnT>
                    <a:lnB w="285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86441108"/>
                  </a:ext>
                </a:extLst>
              </a:tr>
            </a:tbl>
          </a:graphicData>
        </a:graphic>
      </p:graphicFrame>
      <p:graphicFrame>
        <p:nvGraphicFramePr>
          <p:cNvPr id="1087" name="Table 1086">
            <a:extLst>
              <a:ext uri="{FF2B5EF4-FFF2-40B4-BE49-F238E27FC236}">
                <a16:creationId xmlns:a16="http://schemas.microsoft.com/office/drawing/2014/main" id="{323A71E3-01C5-0F74-381A-9E241653421C}"/>
              </a:ext>
            </a:extLst>
          </p:cNvPr>
          <p:cNvGraphicFramePr>
            <a:graphicFrameLocks noGrp="1"/>
          </p:cNvGraphicFramePr>
          <p:nvPr/>
        </p:nvGraphicFramePr>
        <p:xfrm>
          <a:off x="10651753" y="2210605"/>
          <a:ext cx="6375600" cy="576000"/>
        </p:xfrm>
        <a:graphic>
          <a:graphicData uri="http://schemas.openxmlformats.org/drawingml/2006/table">
            <a:tbl>
              <a:tblPr firstRow="1" bandRow="1">
                <a:tableStyleId>{5C22544A-7EE6-4342-B048-85BDC9FD1C3A}</a:tableStyleId>
              </a:tblPr>
              <a:tblGrid>
                <a:gridCol w="6375600">
                  <a:extLst>
                    <a:ext uri="{9D8B030D-6E8A-4147-A177-3AD203B41FA5}">
                      <a16:colId xmlns:a16="http://schemas.microsoft.com/office/drawing/2014/main" val="1092837733"/>
                    </a:ext>
                  </a:extLst>
                </a:gridCol>
              </a:tblGrid>
              <a:tr h="576000">
                <a:tc>
                  <a:txBody>
                    <a:bodyPr/>
                    <a:lstStyle/>
                    <a:p>
                      <a:r>
                        <a:rPr lang="en-US" sz="2800">
                          <a:solidFill>
                            <a:schemeClr val="tx1"/>
                          </a:solidFill>
                          <a:latin typeface="Figtree" pitchFamily="2" charset="0"/>
                        </a:rPr>
                        <a:t>Backed by two world-class investors </a:t>
                      </a:r>
                      <a:endParaRPr lang="en-GB" sz="2800">
                        <a:solidFill>
                          <a:schemeClr val="tx1"/>
                        </a:solidFill>
                        <a:latin typeface="Figtree" pitchFamily="2" charset="0"/>
                      </a:endParaRPr>
                    </a:p>
                  </a:txBody>
                  <a:tcPr marL="108000" marR="182880" marT="36000" marB="36000">
                    <a:lnL w="12700" cmpd="sng">
                      <a:noFill/>
                    </a:lnL>
                    <a:lnR w="12700" cmpd="sng">
                      <a:noFill/>
                    </a:lnR>
                    <a:lnT w="12700" cmpd="sng">
                      <a:noFill/>
                    </a:lnT>
                    <a:lnB w="285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86441108"/>
                  </a:ext>
                </a:extLst>
              </a:tr>
            </a:tbl>
          </a:graphicData>
        </a:graphic>
      </p:graphicFrame>
      <p:graphicFrame>
        <p:nvGraphicFramePr>
          <p:cNvPr id="1090" name="Table 1089">
            <a:extLst>
              <a:ext uri="{FF2B5EF4-FFF2-40B4-BE49-F238E27FC236}">
                <a16:creationId xmlns:a16="http://schemas.microsoft.com/office/drawing/2014/main" id="{D31F7301-1998-1839-92FD-B0FCE8C9AE22}"/>
              </a:ext>
            </a:extLst>
          </p:cNvPr>
          <p:cNvGraphicFramePr>
            <a:graphicFrameLocks noGrp="1"/>
          </p:cNvGraphicFramePr>
          <p:nvPr>
            <p:extLst>
              <p:ext uri="{D42A27DB-BD31-4B8C-83A1-F6EECF244321}">
                <p14:modId xmlns:p14="http://schemas.microsoft.com/office/powerpoint/2010/main" val="4286121134"/>
              </p:ext>
            </p:extLst>
          </p:nvPr>
        </p:nvGraphicFramePr>
        <p:xfrm>
          <a:off x="10651753" y="8091552"/>
          <a:ext cx="6375600" cy="925440"/>
        </p:xfrm>
        <a:graphic>
          <a:graphicData uri="http://schemas.openxmlformats.org/drawingml/2006/table">
            <a:tbl>
              <a:tblPr firstRow="1" bandRow="1">
                <a:tableStyleId>{5C22544A-7EE6-4342-B048-85BDC9FD1C3A}</a:tableStyleId>
              </a:tblPr>
              <a:tblGrid>
                <a:gridCol w="6375600">
                  <a:extLst>
                    <a:ext uri="{9D8B030D-6E8A-4147-A177-3AD203B41FA5}">
                      <a16:colId xmlns:a16="http://schemas.microsoft.com/office/drawing/2014/main" val="1092837733"/>
                    </a:ext>
                  </a:extLst>
                </a:gridCol>
              </a:tblGrid>
              <a:tr h="405526">
                <a:tc>
                  <a:txBody>
                    <a:bodyPr/>
                    <a:lstStyle/>
                    <a:p>
                      <a:r>
                        <a:rPr lang="en-US" sz="2800">
                          <a:solidFill>
                            <a:schemeClr val="tx1"/>
                          </a:solidFill>
                          <a:latin typeface="Figtree" pitchFamily="2" charset="0"/>
                        </a:rPr>
                        <a:t>Supported by a team with proven track-record </a:t>
                      </a:r>
                      <a:endParaRPr lang="en-GB" sz="2800" baseline="30000">
                        <a:solidFill>
                          <a:schemeClr val="tx1"/>
                        </a:solidFill>
                        <a:latin typeface="Figtree" pitchFamily="2" charset="0"/>
                      </a:endParaRPr>
                    </a:p>
                  </a:txBody>
                  <a:tcPr marL="108000" marR="0" marT="36000" marB="36000">
                    <a:lnL w="12700" cmpd="sng">
                      <a:noFill/>
                    </a:lnL>
                    <a:lnR w="12700" cmpd="sng">
                      <a:noFill/>
                    </a:lnR>
                    <a:lnT w="12700" cmpd="sng">
                      <a:noFill/>
                    </a:lnT>
                    <a:lnB w="285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86441108"/>
                  </a:ext>
                </a:extLst>
              </a:tr>
            </a:tbl>
          </a:graphicData>
        </a:graphic>
      </p:graphicFrame>
      <p:sp>
        <p:nvSpPr>
          <p:cNvPr id="3" name="Rectangle: Rounded Corners 2">
            <a:extLst>
              <a:ext uri="{FF2B5EF4-FFF2-40B4-BE49-F238E27FC236}">
                <a16:creationId xmlns:a16="http://schemas.microsoft.com/office/drawing/2014/main" id="{6776FF67-6FD2-6666-5577-138639CDB0B0}"/>
              </a:ext>
            </a:extLst>
          </p:cNvPr>
          <p:cNvSpPr/>
          <p:nvPr/>
        </p:nvSpPr>
        <p:spPr>
          <a:xfrm>
            <a:off x="564056" y="11407860"/>
            <a:ext cx="3059999" cy="1548000"/>
          </a:xfrm>
          <a:prstGeom prst="roundRect">
            <a:avLst/>
          </a:prstGeom>
          <a:solidFill>
            <a:schemeClr val="accent1"/>
          </a:solidFill>
          <a:ln w="571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8288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FFFFFF"/>
                </a:solidFill>
                <a:effectLst/>
                <a:uLnTx/>
                <a:uFillTx/>
                <a:latin typeface="Figtree Black" pitchFamily="2" charset="0"/>
                <a:ea typeface="+mn-ea"/>
                <a:cs typeface="+mn-cs"/>
              </a:rPr>
              <a:t>c. 70 </a:t>
            </a:r>
          </a:p>
          <a:p>
            <a:pPr marL="0" marR="0" lvl="0" indent="0" algn="ctr" defTabSz="18288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FFFFFF"/>
                </a:solidFill>
                <a:effectLst/>
                <a:uLnTx/>
                <a:uFillTx/>
                <a:latin typeface="Figtree" pitchFamily="2" charset="0"/>
                <a:ea typeface="+mn-ea"/>
                <a:cs typeface="+mn-cs"/>
              </a:rPr>
              <a:t>FTE organization, </a:t>
            </a:r>
            <a:br>
              <a:rPr kumimoji="0" lang="en-US" sz="2400" b="0" i="0" u="none" strike="noStrike" kern="1200" cap="none" spc="0" normalizeH="0" baseline="0" noProof="0">
                <a:ln>
                  <a:noFill/>
                </a:ln>
                <a:solidFill>
                  <a:srgbClr val="FFFFFF"/>
                </a:solidFill>
                <a:effectLst/>
                <a:uLnTx/>
                <a:uFillTx/>
                <a:latin typeface="Figtree" pitchFamily="2" charset="0"/>
                <a:ea typeface="+mn-ea"/>
                <a:cs typeface="+mn-cs"/>
              </a:rPr>
            </a:br>
            <a:r>
              <a:rPr kumimoji="0" lang="en-US" sz="2400" b="0" i="0" u="none" strike="noStrike" kern="1200" cap="none" spc="0" normalizeH="0" baseline="0" noProof="0">
                <a:ln>
                  <a:noFill/>
                </a:ln>
                <a:solidFill>
                  <a:srgbClr val="FFFFFF"/>
                </a:solidFill>
                <a:effectLst/>
                <a:uLnTx/>
                <a:uFillTx/>
                <a:latin typeface="Figtree" pitchFamily="2" charset="0"/>
                <a:ea typeface="+mn-ea"/>
                <a:cs typeface="+mn-cs"/>
              </a:rPr>
              <a:t>scaled for growth</a:t>
            </a:r>
            <a:endParaRPr kumimoji="0" lang="en-GB" sz="2400" b="0" i="0" u="none" strike="noStrike" kern="1200" cap="none" spc="0" normalizeH="0" baseline="0" noProof="0">
              <a:ln>
                <a:noFill/>
              </a:ln>
              <a:solidFill>
                <a:srgbClr val="FFFFFF"/>
              </a:solidFill>
              <a:effectLst/>
              <a:uLnTx/>
              <a:uFillTx/>
              <a:latin typeface="Figtree" pitchFamily="2" charset="0"/>
              <a:ea typeface="+mn-ea"/>
              <a:cs typeface="+mn-cs"/>
            </a:endParaRPr>
          </a:p>
        </p:txBody>
      </p:sp>
      <p:sp>
        <p:nvSpPr>
          <p:cNvPr id="5" name="Rectangle: Rounded Corners 4">
            <a:extLst>
              <a:ext uri="{FF2B5EF4-FFF2-40B4-BE49-F238E27FC236}">
                <a16:creationId xmlns:a16="http://schemas.microsoft.com/office/drawing/2014/main" id="{7964DD33-C654-E2BF-9BF8-A8B4B7FA90E1}"/>
              </a:ext>
            </a:extLst>
          </p:cNvPr>
          <p:cNvSpPr/>
          <p:nvPr/>
        </p:nvSpPr>
        <p:spPr>
          <a:xfrm>
            <a:off x="3839224" y="11407860"/>
            <a:ext cx="3059999" cy="1548000"/>
          </a:xfrm>
          <a:prstGeom prst="roundRect">
            <a:avLst/>
          </a:prstGeom>
          <a:solidFill>
            <a:schemeClr val="accent1"/>
          </a:solidFill>
          <a:ln w="571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8288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FFFFFF"/>
                </a:solidFill>
                <a:effectLst/>
                <a:uLnTx/>
                <a:uFillTx/>
                <a:latin typeface="Figtree Black" pitchFamily="2" charset="0"/>
                <a:ea typeface="+mn-ea"/>
                <a:cs typeface="+mn-cs"/>
              </a:rPr>
              <a:t>c. 4 GW </a:t>
            </a:r>
          </a:p>
          <a:p>
            <a:pPr marL="0" marR="0" lvl="0" indent="0" algn="ctr" defTabSz="18288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FFFFFF"/>
                </a:solidFill>
                <a:effectLst/>
                <a:uLnTx/>
                <a:uFillTx/>
                <a:latin typeface="Figtree" pitchFamily="2" charset="0"/>
                <a:ea typeface="+mn-ea"/>
                <a:cs typeface="+mn-cs"/>
              </a:rPr>
              <a:t> </a:t>
            </a:r>
            <a:r>
              <a:rPr kumimoji="0" lang="en-US" sz="2400" b="0" i="0" u="none" strike="noStrike" kern="1200" cap="none" spc="0" normalizeH="0" baseline="0" noProof="0">
                <a:ln>
                  <a:noFill/>
                </a:ln>
                <a:solidFill>
                  <a:srgbClr val="FFFFFF"/>
                </a:solidFill>
                <a:effectLst/>
                <a:uLnTx/>
                <a:uFillTx/>
                <a:latin typeface="Figtree" pitchFamily="2" charset="0"/>
                <a:ea typeface="+mn-ea"/>
                <a:cs typeface="+mn-cs"/>
              </a:rPr>
              <a:t>combined global DC experience</a:t>
            </a:r>
            <a:endParaRPr kumimoji="0" lang="en-GB" sz="2800" b="0" i="0" u="none" strike="noStrike" kern="1200" cap="none" spc="0" normalizeH="0" baseline="0" noProof="0">
              <a:ln>
                <a:noFill/>
              </a:ln>
              <a:solidFill>
                <a:srgbClr val="FFFFFF"/>
              </a:solidFill>
              <a:effectLst/>
              <a:uLnTx/>
              <a:uFillTx/>
              <a:latin typeface="Figtree" pitchFamily="2" charset="0"/>
              <a:ea typeface="+mn-ea"/>
              <a:cs typeface="+mn-cs"/>
            </a:endParaRPr>
          </a:p>
        </p:txBody>
      </p:sp>
      <p:sp>
        <p:nvSpPr>
          <p:cNvPr id="6" name="Rectangle: Rounded Corners 5">
            <a:extLst>
              <a:ext uri="{FF2B5EF4-FFF2-40B4-BE49-F238E27FC236}">
                <a16:creationId xmlns:a16="http://schemas.microsoft.com/office/drawing/2014/main" id="{1DF84631-C6EC-673A-BF89-48651794CE73}"/>
              </a:ext>
            </a:extLst>
          </p:cNvPr>
          <p:cNvSpPr/>
          <p:nvPr/>
        </p:nvSpPr>
        <p:spPr>
          <a:xfrm>
            <a:off x="7114392" y="11407860"/>
            <a:ext cx="3059999" cy="1548000"/>
          </a:xfrm>
          <a:prstGeom prst="roundRect">
            <a:avLst/>
          </a:prstGeom>
          <a:solidFill>
            <a:schemeClr val="accent1"/>
          </a:solidFill>
          <a:ln w="571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8288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FFFFFF"/>
                </a:solidFill>
                <a:effectLst/>
                <a:uLnTx/>
                <a:uFillTx/>
                <a:latin typeface="Figtree Black" pitchFamily="2" charset="0"/>
                <a:ea typeface="+mn-ea"/>
                <a:cs typeface="+mn-cs"/>
              </a:rPr>
              <a:t>2 </a:t>
            </a:r>
          </a:p>
          <a:p>
            <a:pPr marL="0" marR="0" lvl="0" indent="0" algn="ctr" defTabSz="18288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FFFFFF"/>
                </a:solidFill>
                <a:effectLst/>
                <a:uLnTx/>
                <a:uFillTx/>
                <a:latin typeface="Figtree" pitchFamily="2" charset="0"/>
                <a:ea typeface="+mn-ea"/>
                <a:cs typeface="+mn-cs"/>
              </a:rPr>
              <a:t> </a:t>
            </a:r>
            <a:r>
              <a:rPr kumimoji="0" lang="en-US" sz="2400" b="0" i="0" u="none" strike="noStrike" kern="1200" cap="none" spc="0" normalizeH="0" baseline="0" noProof="0">
                <a:ln>
                  <a:noFill/>
                </a:ln>
                <a:solidFill>
                  <a:srgbClr val="FFFFFF"/>
                </a:solidFill>
                <a:effectLst/>
                <a:uLnTx/>
                <a:uFillTx/>
                <a:latin typeface="Figtree" pitchFamily="2" charset="0"/>
                <a:ea typeface="+mn-ea"/>
                <a:cs typeface="+mn-cs"/>
              </a:rPr>
              <a:t>Highly experienced investors </a:t>
            </a:r>
            <a:endParaRPr kumimoji="0" lang="en-GB" sz="2800" b="0" i="0" u="none" strike="noStrike" kern="1200" cap="none" spc="0" normalizeH="0" baseline="0" noProof="0">
              <a:ln>
                <a:noFill/>
              </a:ln>
              <a:solidFill>
                <a:srgbClr val="FFFFFF"/>
              </a:solidFill>
              <a:effectLst/>
              <a:uLnTx/>
              <a:uFillTx/>
              <a:latin typeface="Figtree" pitchFamily="2" charset="0"/>
              <a:ea typeface="+mn-ea"/>
              <a:cs typeface="+mn-cs"/>
            </a:endParaRPr>
          </a:p>
        </p:txBody>
      </p:sp>
      <p:grpSp>
        <p:nvGrpSpPr>
          <p:cNvPr id="4" name="Group 3">
            <a:extLst>
              <a:ext uri="{FF2B5EF4-FFF2-40B4-BE49-F238E27FC236}">
                <a16:creationId xmlns:a16="http://schemas.microsoft.com/office/drawing/2014/main" id="{EE96BF67-29E7-2F40-5654-3ADF605EC876}"/>
              </a:ext>
            </a:extLst>
          </p:cNvPr>
          <p:cNvGrpSpPr/>
          <p:nvPr/>
        </p:nvGrpSpPr>
        <p:grpSpPr>
          <a:xfrm>
            <a:off x="19349455" y="15175552"/>
            <a:ext cx="6700910" cy="2760001"/>
            <a:chOff x="10604039" y="8042731"/>
            <a:chExt cx="6700910" cy="2760001"/>
          </a:xfrm>
        </p:grpSpPr>
        <p:pic>
          <p:nvPicPr>
            <p:cNvPr id="8" name="Picture 2" descr="Download CBRE Group Logo in SVG Vector or PNG File Format ...">
              <a:extLst>
                <a:ext uri="{FF2B5EF4-FFF2-40B4-BE49-F238E27FC236}">
                  <a16:creationId xmlns:a16="http://schemas.microsoft.com/office/drawing/2014/main" id="{981E0E07-C30F-E957-37BB-FAF50519DB13}"/>
                </a:ext>
              </a:extLst>
            </p:cNvPr>
            <p:cNvPicPr>
              <a:picLocks noChangeAspect="1" noChangeArrowheads="1"/>
            </p:cNvPicPr>
            <p:nvPr/>
          </p:nvPicPr>
          <p:blipFill rotWithShape="1">
            <a:blip r:embed="rId18" cstate="email">
              <a:extLst>
                <a:ext uri="{28A0092B-C50C-407E-A947-70E740481C1C}">
                  <a14:useLocalDpi xmlns:a14="http://schemas.microsoft.com/office/drawing/2010/main"/>
                </a:ext>
              </a:extLst>
            </a:blip>
            <a:srcRect t="20140" b="20379"/>
            <a:stretch/>
          </p:blipFill>
          <p:spPr bwMode="auto">
            <a:xfrm>
              <a:off x="13122169" y="8072728"/>
              <a:ext cx="1561698" cy="619284"/>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6" descr="Download picture">
              <a:extLst>
                <a:ext uri="{FF2B5EF4-FFF2-40B4-BE49-F238E27FC236}">
                  <a16:creationId xmlns:a16="http://schemas.microsoft.com/office/drawing/2014/main" id="{DE20AB82-1648-BAC4-86EA-D804A30039A9}"/>
                </a:ext>
              </a:extLst>
            </p:cNvPr>
            <p:cNvPicPr>
              <a:picLocks noChangeAspect="1" noChangeArrowheads="1"/>
            </p:cNvPicPr>
            <p:nvPr/>
          </p:nvPicPr>
          <p:blipFill>
            <a:blip r:embed="rId19"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10824284" y="8042731"/>
              <a:ext cx="1871822" cy="748729"/>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8" descr="Download Siemens Logo in SVG Vector or PNG File Format - Logo.wine">
              <a:extLst>
                <a:ext uri="{FF2B5EF4-FFF2-40B4-BE49-F238E27FC236}">
                  <a16:creationId xmlns:a16="http://schemas.microsoft.com/office/drawing/2014/main" id="{C0D69BE2-D288-6AB3-7E73-886ADA984C4F}"/>
                </a:ext>
              </a:extLst>
            </p:cNvPr>
            <p:cNvPicPr>
              <a:picLocks noChangeAspect="1" noChangeArrowheads="1"/>
            </p:cNvPicPr>
            <p:nvPr/>
          </p:nvPicPr>
          <p:blipFill rotWithShape="1">
            <a:blip r:embed="rId20" cstate="email">
              <a:extLst>
                <a:ext uri="{28A0092B-C50C-407E-A947-70E740481C1C}">
                  <a14:useLocalDpi xmlns:a14="http://schemas.microsoft.com/office/drawing/2010/main"/>
                </a:ext>
              </a:extLst>
            </a:blip>
            <a:srcRect t="26065" b="28979"/>
            <a:stretch/>
          </p:blipFill>
          <p:spPr bwMode="auto">
            <a:xfrm>
              <a:off x="10824284" y="9170914"/>
              <a:ext cx="2148007" cy="643773"/>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10" descr="Jacobs-logo - Moltex Energy">
              <a:extLst>
                <a:ext uri="{FF2B5EF4-FFF2-40B4-BE49-F238E27FC236}">
                  <a16:creationId xmlns:a16="http://schemas.microsoft.com/office/drawing/2014/main" id="{03E05A98-2970-02CE-5101-556113BA7B49}"/>
                </a:ext>
              </a:extLst>
            </p:cNvPr>
            <p:cNvPicPr>
              <a:picLocks noChangeAspect="1" noChangeArrowheads="1"/>
            </p:cNvPicPr>
            <p:nvPr/>
          </p:nvPicPr>
          <p:blipFill>
            <a:blip r:embed="rId21"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15109930" y="8066355"/>
              <a:ext cx="1872887" cy="701481"/>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1" descr="Autodesk's primary logo, the Autodesk symbol next to the Autodesk wordmark, in a single line">
              <a:extLst>
                <a:ext uri="{FF2B5EF4-FFF2-40B4-BE49-F238E27FC236}">
                  <a16:creationId xmlns:a16="http://schemas.microsoft.com/office/drawing/2014/main" id="{340F635F-F4C9-B90A-17A2-8BC6447E6DC3}"/>
                </a:ext>
              </a:extLst>
            </p:cNvPr>
            <p:cNvPicPr>
              <a:picLocks noChangeAspect="1" noChangeArrowheads="1"/>
            </p:cNvPicPr>
            <p:nvPr/>
          </p:nvPicPr>
          <p:blipFill rotWithShape="1">
            <a:blip r:embed="rId22" cstate="email">
              <a:clrChange>
                <a:clrFrom>
                  <a:srgbClr val="FFFFFF"/>
                </a:clrFrom>
                <a:clrTo>
                  <a:srgbClr val="FFFFFF">
                    <a:alpha val="0"/>
                  </a:srgbClr>
                </a:clrTo>
              </a:clrChange>
              <a:extLst>
                <a:ext uri="{28A0092B-C50C-407E-A947-70E740481C1C}">
                  <a14:useLocalDpi xmlns:a14="http://schemas.microsoft.com/office/drawing/2010/main"/>
                </a:ext>
              </a:extLst>
            </a:blip>
            <a:srcRect l="8410" t="31149" r="6399" b="38838"/>
            <a:stretch/>
          </p:blipFill>
          <p:spPr bwMode="auto">
            <a:xfrm>
              <a:off x="10604039" y="10186126"/>
              <a:ext cx="2974838" cy="590003"/>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 descr="Curtis Engine Contingent Puts a Charge into MTU Engineering ...">
              <a:extLst>
                <a:ext uri="{FF2B5EF4-FFF2-40B4-BE49-F238E27FC236}">
                  <a16:creationId xmlns:a16="http://schemas.microsoft.com/office/drawing/2014/main" id="{6FD2DDE7-08AF-B8A1-74E2-2D5DE25E2C86}"/>
                </a:ext>
              </a:extLst>
            </p:cNvPr>
            <p:cNvPicPr>
              <a:picLocks noChangeAspect="1" noChangeArrowheads="1"/>
            </p:cNvPicPr>
            <p:nvPr/>
          </p:nvPicPr>
          <p:blipFill rotWithShape="1">
            <a:blip r:embed="rId23"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bwMode="auto">
            <a:xfrm>
              <a:off x="14893612" y="9196959"/>
              <a:ext cx="2411337" cy="591682"/>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4">
              <a:extLst>
                <a:ext uri="{FF2B5EF4-FFF2-40B4-BE49-F238E27FC236}">
                  <a16:creationId xmlns:a16="http://schemas.microsoft.com/office/drawing/2014/main" id="{1AC877AC-C756-578F-E56A-BD2E283BE32A}"/>
                </a:ext>
              </a:extLst>
            </p:cNvPr>
            <p:cNvPicPr>
              <a:picLocks noChangeAspect="1" noChangeArrowheads="1"/>
            </p:cNvPicPr>
            <p:nvPr/>
          </p:nvPicPr>
          <p:blipFill rotWithShape="1">
            <a:blip r:embed="rId24" cstate="email">
              <a:extLst>
                <a:ext uri="{28A0092B-C50C-407E-A947-70E740481C1C}">
                  <a14:useLocalDpi xmlns:a14="http://schemas.microsoft.com/office/drawing/2010/main"/>
                </a:ext>
              </a:extLst>
            </a:blip>
            <a:srcRect/>
            <a:stretch/>
          </p:blipFill>
          <p:spPr bwMode="auto">
            <a:xfrm>
              <a:off x="13302742" y="9223295"/>
              <a:ext cx="1381125" cy="539011"/>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6" descr="GIGABYTE Global">
              <a:extLst>
                <a:ext uri="{FF2B5EF4-FFF2-40B4-BE49-F238E27FC236}">
                  <a16:creationId xmlns:a16="http://schemas.microsoft.com/office/drawing/2014/main" id="{41E78D0A-D5A8-233D-EE52-05E825CC244A}"/>
                </a:ext>
              </a:extLst>
            </p:cNvPr>
            <p:cNvPicPr>
              <a:picLocks noChangeAspect="1" noChangeArrowheads="1"/>
            </p:cNvPicPr>
            <p:nvPr/>
          </p:nvPicPr>
          <p:blipFill rotWithShape="1">
            <a:blip r:embed="rId25" cstate="email">
              <a:extLst>
                <a:ext uri="{28A0092B-C50C-407E-A947-70E740481C1C}">
                  <a14:useLocalDpi xmlns:a14="http://schemas.microsoft.com/office/drawing/2010/main"/>
                </a:ext>
              </a:extLst>
            </a:blip>
            <a:srcRect/>
            <a:stretch/>
          </p:blipFill>
          <p:spPr bwMode="auto">
            <a:xfrm>
              <a:off x="14972709" y="10275572"/>
              <a:ext cx="2053372" cy="411111"/>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8">
              <a:extLst>
                <a:ext uri="{FF2B5EF4-FFF2-40B4-BE49-F238E27FC236}">
                  <a16:creationId xmlns:a16="http://schemas.microsoft.com/office/drawing/2014/main" id="{9C29743C-E74C-6FD3-D927-FBF58ED8F5E0}"/>
                </a:ext>
              </a:extLst>
            </p:cNvPr>
            <p:cNvPicPr>
              <a:picLocks noChangeAspect="1" noChangeArrowheads="1"/>
            </p:cNvPicPr>
            <p:nvPr/>
          </p:nvPicPr>
          <p:blipFill>
            <a:blip r:embed="rId26" cstate="email">
              <a:extLst>
                <a:ext uri="{28A0092B-C50C-407E-A947-70E740481C1C}">
                  <a14:useLocalDpi xmlns:a14="http://schemas.microsoft.com/office/drawing/2010/main"/>
                </a:ext>
              </a:extLst>
            </a:blip>
            <a:srcRect/>
            <a:stretch>
              <a:fillRect/>
            </a:stretch>
          </p:blipFill>
          <p:spPr bwMode="auto">
            <a:xfrm>
              <a:off x="13613519" y="10159523"/>
              <a:ext cx="1212529" cy="643209"/>
            </a:xfrm>
            <a:prstGeom prst="rect">
              <a:avLst/>
            </a:prstGeom>
            <a:noFill/>
            <a:extLst>
              <a:ext uri="{909E8E84-426E-40DD-AFC4-6F175D3DCCD1}">
                <a14:hiddenFill xmlns:a14="http://schemas.microsoft.com/office/drawing/2010/main">
                  <a:solidFill>
                    <a:srgbClr val="FFFFFF"/>
                  </a:solidFill>
                </a14:hiddenFill>
              </a:ext>
            </a:extLst>
          </p:spPr>
        </p:pic>
      </p:grpSp>
      <p:pic>
        <p:nvPicPr>
          <p:cNvPr id="12" name="Picture 2">
            <a:extLst>
              <a:ext uri="{FF2B5EF4-FFF2-40B4-BE49-F238E27FC236}">
                <a16:creationId xmlns:a16="http://schemas.microsoft.com/office/drawing/2014/main" id="{F584BF16-2273-9163-0A7D-A3CA9491D7BF}"/>
              </a:ext>
            </a:extLst>
          </p:cNvPr>
          <p:cNvPicPr>
            <a:picLocks noChangeAspect="1" noChangeArrowheads="1"/>
          </p:cNvPicPr>
          <p:nvPr/>
        </p:nvPicPr>
        <p:blipFill>
          <a:blip r:embed="rId27" cstate="email">
            <a:extLst>
              <a:ext uri="{28A0092B-C50C-407E-A947-70E740481C1C}">
                <a14:useLocalDpi xmlns:a14="http://schemas.microsoft.com/office/drawing/2010/main"/>
              </a:ext>
            </a:extLst>
          </a:blip>
          <a:srcRect/>
          <a:stretch>
            <a:fillRect/>
          </a:stretch>
        </p:blipFill>
        <p:spPr bwMode="auto">
          <a:xfrm>
            <a:off x="13265819" y="9545387"/>
            <a:ext cx="1734490" cy="349678"/>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Download CBRE Group Logo in SVG Vector or PNG File Format ...">
            <a:extLst>
              <a:ext uri="{FF2B5EF4-FFF2-40B4-BE49-F238E27FC236}">
                <a16:creationId xmlns:a16="http://schemas.microsoft.com/office/drawing/2014/main" id="{1368CC89-FF0F-A337-C978-E67BFAF210E0}"/>
              </a:ext>
            </a:extLst>
          </p:cNvPr>
          <p:cNvPicPr>
            <a:picLocks noChangeAspect="1" noChangeArrowheads="1"/>
          </p:cNvPicPr>
          <p:nvPr/>
        </p:nvPicPr>
        <p:blipFill>
          <a:blip r:embed="rId18" cstate="email">
            <a:extLst>
              <a:ext uri="{28A0092B-C50C-407E-A947-70E740481C1C}">
                <a14:useLocalDpi xmlns:a14="http://schemas.microsoft.com/office/drawing/2010/main"/>
              </a:ext>
            </a:extLst>
          </a:blip>
          <a:srcRect/>
          <a:stretch>
            <a:fillRect/>
          </a:stretch>
        </p:blipFill>
        <p:spPr bwMode="auto">
          <a:xfrm>
            <a:off x="15369118" y="10287928"/>
            <a:ext cx="1868834" cy="1245888"/>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8">
            <a:extLst>
              <a:ext uri="{FF2B5EF4-FFF2-40B4-BE49-F238E27FC236}">
                <a16:creationId xmlns:a16="http://schemas.microsoft.com/office/drawing/2014/main" id="{D23041FB-B282-B4B6-40B5-5EF4A1516B51}"/>
              </a:ext>
            </a:extLst>
          </p:cNvPr>
          <p:cNvPicPr>
            <a:picLocks noChangeAspect="1" noChangeArrowheads="1"/>
          </p:cNvPicPr>
          <p:nvPr/>
        </p:nvPicPr>
        <p:blipFill>
          <a:blip r:embed="rId28" cstate="email">
            <a:extLst>
              <a:ext uri="{28A0092B-C50C-407E-A947-70E740481C1C}">
                <a14:useLocalDpi xmlns:a14="http://schemas.microsoft.com/office/drawing/2010/main"/>
              </a:ext>
            </a:extLst>
          </a:blip>
          <a:srcRect/>
          <a:stretch>
            <a:fillRect/>
          </a:stretch>
        </p:blipFill>
        <p:spPr bwMode="auto">
          <a:xfrm>
            <a:off x="13513914" y="10538907"/>
            <a:ext cx="1238300" cy="496770"/>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3">
            <a:extLst>
              <a:ext uri="{FF2B5EF4-FFF2-40B4-BE49-F238E27FC236}">
                <a16:creationId xmlns:a16="http://schemas.microsoft.com/office/drawing/2014/main" id="{43AB6FA0-7C5E-3E73-5C8C-8A9366174DF5}"/>
              </a:ext>
            </a:extLst>
          </p:cNvPr>
          <p:cNvPicPr>
            <a:picLocks noChangeAspect="1" noChangeArrowheads="1"/>
          </p:cNvPicPr>
          <p:nvPr/>
        </p:nvPicPr>
        <p:blipFill>
          <a:blip r:embed="rId29" cstate="email">
            <a:extLst>
              <a:ext uri="{28A0092B-C50C-407E-A947-70E740481C1C}">
                <a14:useLocalDpi xmlns:a14="http://schemas.microsoft.com/office/drawing/2010/main"/>
              </a:ext>
            </a:extLst>
          </a:blip>
          <a:srcRect/>
          <a:stretch>
            <a:fillRect/>
          </a:stretch>
        </p:blipFill>
        <p:spPr bwMode="auto">
          <a:xfrm>
            <a:off x="11049221" y="10538384"/>
            <a:ext cx="1349907" cy="808428"/>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8">
            <a:extLst>
              <a:ext uri="{FF2B5EF4-FFF2-40B4-BE49-F238E27FC236}">
                <a16:creationId xmlns:a16="http://schemas.microsoft.com/office/drawing/2014/main" id="{3082F786-5FCE-D356-1560-D0836DC719C1}"/>
              </a:ext>
            </a:extLst>
          </p:cNvPr>
          <p:cNvPicPr>
            <a:picLocks noChangeAspect="1" noChangeArrowheads="1"/>
          </p:cNvPicPr>
          <p:nvPr/>
        </p:nvPicPr>
        <p:blipFill>
          <a:blip r:embed="rId30" cstate="email">
            <a:extLst>
              <a:ext uri="{28A0092B-C50C-407E-A947-70E740481C1C}">
                <a14:useLocalDpi xmlns:a14="http://schemas.microsoft.com/office/drawing/2010/main"/>
              </a:ext>
            </a:extLst>
          </a:blip>
          <a:srcRect/>
          <a:stretch>
            <a:fillRect/>
          </a:stretch>
        </p:blipFill>
        <p:spPr bwMode="auto">
          <a:xfrm>
            <a:off x="15673082" y="9515730"/>
            <a:ext cx="1260907" cy="490352"/>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6">
            <a:extLst>
              <a:ext uri="{FF2B5EF4-FFF2-40B4-BE49-F238E27FC236}">
                <a16:creationId xmlns:a16="http://schemas.microsoft.com/office/drawing/2014/main" id="{87E770C7-42E9-8BAC-1767-BF2E924D2391}"/>
              </a:ext>
            </a:extLst>
          </p:cNvPr>
          <p:cNvPicPr>
            <a:picLocks noChangeAspect="1" noChangeArrowheads="1"/>
          </p:cNvPicPr>
          <p:nvPr/>
        </p:nvPicPr>
        <p:blipFill>
          <a:blip r:embed="rId31" cstate="email">
            <a:extLst>
              <a:ext uri="{28A0092B-C50C-407E-A947-70E740481C1C}">
                <a14:useLocalDpi xmlns:a14="http://schemas.microsoft.com/office/drawing/2010/main"/>
              </a:ext>
            </a:extLst>
          </a:blip>
          <a:srcRect/>
          <a:stretch>
            <a:fillRect/>
          </a:stretch>
        </p:blipFill>
        <p:spPr bwMode="auto">
          <a:xfrm>
            <a:off x="10881077" y="16428523"/>
            <a:ext cx="1717586" cy="1082079"/>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8" descr="Galp logo">
            <a:extLst>
              <a:ext uri="{FF2B5EF4-FFF2-40B4-BE49-F238E27FC236}">
                <a16:creationId xmlns:a16="http://schemas.microsoft.com/office/drawing/2014/main" id="{78E402FD-A0C9-D9DA-0BCA-B11F5DC1E2B9}"/>
              </a:ext>
            </a:extLst>
          </p:cNvPr>
          <p:cNvPicPr>
            <a:picLocks noChangeAspect="1" noChangeArrowheads="1"/>
          </p:cNvPicPr>
          <p:nvPr/>
        </p:nvPicPr>
        <p:blipFill rotWithShape="1">
          <a:blip r:embed="rId32"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bwMode="auto">
          <a:xfrm>
            <a:off x="13280696" y="11564389"/>
            <a:ext cx="1704737" cy="104265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6" descr="Logo de CMS">
            <a:extLst>
              <a:ext uri="{FF2B5EF4-FFF2-40B4-BE49-F238E27FC236}">
                <a16:creationId xmlns:a16="http://schemas.microsoft.com/office/drawing/2014/main" id="{52F6730A-7291-B809-F9AD-048A095FB915}"/>
              </a:ext>
            </a:extLst>
          </p:cNvPr>
          <p:cNvPicPr>
            <a:picLocks noChangeAspect="1" noChangeArrowheads="1"/>
          </p:cNvPicPr>
          <p:nvPr/>
        </p:nvPicPr>
        <p:blipFill>
          <a:blip r:embed="rId33" cstate="email">
            <a:extLst>
              <a:ext uri="{28A0092B-C50C-407E-A947-70E740481C1C}">
                <a14:useLocalDpi xmlns:a14="http://schemas.microsoft.com/office/drawing/2010/main"/>
              </a:ext>
            </a:extLst>
          </a:blip>
          <a:srcRect/>
          <a:stretch>
            <a:fillRect/>
          </a:stretch>
        </p:blipFill>
        <p:spPr bwMode="auto">
          <a:xfrm>
            <a:off x="14157874" y="15289729"/>
            <a:ext cx="1236231" cy="627774"/>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18" descr="Deloitte fecha quatro escritórios no UK e coloca 500 pessoas em  teletrabalho permanente - RHmagazine">
            <a:extLst>
              <a:ext uri="{FF2B5EF4-FFF2-40B4-BE49-F238E27FC236}">
                <a16:creationId xmlns:a16="http://schemas.microsoft.com/office/drawing/2014/main" id="{73E319BE-B238-588F-2BF4-9B9AC28C26E2}"/>
              </a:ext>
            </a:extLst>
          </p:cNvPr>
          <p:cNvPicPr>
            <a:picLocks noChangeAspect="1" noChangeArrowheads="1"/>
          </p:cNvPicPr>
          <p:nvPr/>
        </p:nvPicPr>
        <p:blipFill>
          <a:blip r:embed="rId34"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13774752" y="16611089"/>
            <a:ext cx="2002476" cy="811203"/>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20">
            <a:extLst>
              <a:ext uri="{FF2B5EF4-FFF2-40B4-BE49-F238E27FC236}">
                <a16:creationId xmlns:a16="http://schemas.microsoft.com/office/drawing/2014/main" id="{BE4E32C8-AFB0-84E8-5CEE-0BD69E64DF34}"/>
              </a:ext>
            </a:extLst>
          </p:cNvPr>
          <p:cNvPicPr>
            <a:picLocks noChangeAspect="1" noChangeArrowheads="1"/>
          </p:cNvPicPr>
          <p:nvPr/>
        </p:nvPicPr>
        <p:blipFill>
          <a:blip r:embed="rId35" cstate="email">
            <a:extLst>
              <a:ext uri="{28A0092B-C50C-407E-A947-70E740481C1C}">
                <a14:useLocalDpi xmlns:a14="http://schemas.microsoft.com/office/drawing/2010/main"/>
              </a:ext>
            </a:extLst>
          </a:blip>
          <a:srcRect/>
          <a:stretch/>
        </p:blipFill>
        <p:spPr bwMode="auto">
          <a:xfrm>
            <a:off x="10931124" y="9461218"/>
            <a:ext cx="1586101" cy="539535"/>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22">
            <a:extLst>
              <a:ext uri="{FF2B5EF4-FFF2-40B4-BE49-F238E27FC236}">
                <a16:creationId xmlns:a16="http://schemas.microsoft.com/office/drawing/2014/main" id="{8E899141-8EA2-43B0-3926-0E5D12076D5C}"/>
              </a:ext>
            </a:extLst>
          </p:cNvPr>
          <p:cNvPicPr>
            <a:picLocks noChangeAspect="1" noChangeArrowheads="1"/>
          </p:cNvPicPr>
          <p:nvPr/>
        </p:nvPicPr>
        <p:blipFill>
          <a:blip r:embed="rId36" cstate="email">
            <a:extLst>
              <a:ext uri="{28A0092B-C50C-407E-A947-70E740481C1C}">
                <a14:useLocalDpi xmlns:a14="http://schemas.microsoft.com/office/drawing/2010/main"/>
              </a:ext>
            </a:extLst>
          </a:blip>
          <a:srcRect/>
          <a:stretch>
            <a:fillRect/>
          </a:stretch>
        </p:blipFill>
        <p:spPr bwMode="auto">
          <a:xfrm>
            <a:off x="15712559" y="11815663"/>
            <a:ext cx="1181952" cy="640378"/>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32" descr="Gleeds -">
            <a:extLst>
              <a:ext uri="{FF2B5EF4-FFF2-40B4-BE49-F238E27FC236}">
                <a16:creationId xmlns:a16="http://schemas.microsoft.com/office/drawing/2014/main" id="{6DBF6C94-8F56-E270-F3D4-AFA750111CFA}"/>
              </a:ext>
            </a:extLst>
          </p:cNvPr>
          <p:cNvPicPr>
            <a:picLocks noChangeAspect="1" noChangeArrowheads="1"/>
          </p:cNvPicPr>
          <p:nvPr/>
        </p:nvPicPr>
        <p:blipFill>
          <a:blip r:embed="rId37" cstate="email">
            <a:extLst>
              <a:ext uri="{28A0092B-C50C-407E-A947-70E740481C1C}">
                <a14:useLocalDpi xmlns:a14="http://schemas.microsoft.com/office/drawing/2010/main"/>
              </a:ext>
            </a:extLst>
          </a:blip>
          <a:srcRect/>
          <a:stretch>
            <a:fillRect/>
          </a:stretch>
        </p:blipFill>
        <p:spPr bwMode="auto">
          <a:xfrm>
            <a:off x="10931124" y="11767382"/>
            <a:ext cx="1586101" cy="558072"/>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descr="A person in a blue shirt&#10;&#10;AI-generated content may be incorrect.">
            <a:extLst>
              <a:ext uri="{FF2B5EF4-FFF2-40B4-BE49-F238E27FC236}">
                <a16:creationId xmlns:a16="http://schemas.microsoft.com/office/drawing/2014/main" id="{3CE3F809-E2C8-4FD1-ABEB-A0718DED2EB9}"/>
              </a:ext>
            </a:extLst>
          </p:cNvPr>
          <p:cNvPicPr>
            <a:picLocks noChangeAspect="1"/>
          </p:cNvPicPr>
          <p:nvPr/>
        </p:nvPicPr>
        <p:blipFill>
          <a:blip r:embed="rId38" cstate="email">
            <a:extLst>
              <a:ext uri="{28A0092B-C50C-407E-A947-70E740481C1C}">
                <a14:useLocalDpi xmlns:a14="http://schemas.microsoft.com/office/drawing/2010/main"/>
              </a:ext>
            </a:extLst>
          </a:blip>
          <a:srcRect/>
          <a:stretch>
            <a:fillRect/>
          </a:stretch>
        </p:blipFill>
        <p:spPr>
          <a:xfrm>
            <a:off x="7156184" y="7068130"/>
            <a:ext cx="1871028" cy="1821601"/>
          </a:xfrm>
          <a:prstGeom prst="ellipse">
            <a:avLst/>
          </a:prstGeom>
          <a:ln w="22225">
            <a:solidFill>
              <a:srgbClr val="034526"/>
            </a:solidFill>
          </a:ln>
        </p:spPr>
      </p:pic>
      <p:pic>
        <p:nvPicPr>
          <p:cNvPr id="9" name="Picture 6">
            <a:extLst>
              <a:ext uri="{FF2B5EF4-FFF2-40B4-BE49-F238E27FC236}">
                <a16:creationId xmlns:a16="http://schemas.microsoft.com/office/drawing/2014/main" id="{630892F5-DD4C-009D-8D83-E6C9DC10DEAB}"/>
              </a:ext>
            </a:extLst>
          </p:cNvPr>
          <p:cNvPicPr>
            <a:picLocks noChangeAspect="1" noChangeArrowheads="1"/>
          </p:cNvPicPr>
          <p:nvPr/>
        </p:nvPicPr>
        <p:blipFill>
          <a:blip r:embed="rId8" cstate="email">
            <a:extLst>
              <a:ext uri="{28A0092B-C50C-407E-A947-70E740481C1C}">
                <a14:useLocalDpi xmlns:a14="http://schemas.microsoft.com/office/drawing/2010/main"/>
              </a:ext>
            </a:extLst>
          </a:blip>
          <a:srcRect/>
          <a:stretch/>
        </p:blipFill>
        <p:spPr bwMode="auto">
          <a:xfrm>
            <a:off x="7394797" y="9950084"/>
            <a:ext cx="1386766" cy="6579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30223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A6AC4-D931-A21C-C216-78A020BF5389}"/>
              </a:ext>
            </a:extLst>
          </p:cNvPr>
          <p:cNvSpPr>
            <a:spLocks noGrp="1"/>
          </p:cNvSpPr>
          <p:nvPr>
            <p:ph type="title"/>
          </p:nvPr>
        </p:nvSpPr>
        <p:spPr>
          <a:xfrm>
            <a:off x="1023948" y="736599"/>
            <a:ext cx="22268928" cy="2429383"/>
          </a:xfrm>
        </p:spPr>
        <p:txBody>
          <a:bodyPr/>
          <a:lstStyle/>
          <a:p>
            <a:r>
              <a:rPr lang="en-US">
                <a:solidFill>
                  <a:schemeClr val="tx1"/>
                </a:solidFill>
              </a:rPr>
              <a:t>SIN02-06 is one of the most </a:t>
            </a:r>
            <a:r>
              <a:rPr lang="en-US">
                <a:solidFill>
                  <a:srgbClr val="00C159"/>
                </a:solidFill>
              </a:rPr>
              <a:t>“ready-to-build” </a:t>
            </a:r>
            <a:r>
              <a:rPr lang="en-US">
                <a:solidFill>
                  <a:schemeClr val="tx1"/>
                </a:solidFill>
              </a:rPr>
              <a:t>and </a:t>
            </a:r>
            <a:r>
              <a:rPr lang="en-US">
                <a:solidFill>
                  <a:srgbClr val="00C159"/>
                </a:solidFill>
              </a:rPr>
              <a:t>de-risked</a:t>
            </a:r>
            <a:r>
              <a:rPr lang="en-US">
                <a:solidFill>
                  <a:schemeClr val="tx1"/>
                </a:solidFill>
              </a:rPr>
              <a:t> data center projects currently in development globally </a:t>
            </a:r>
            <a:br>
              <a:rPr lang="en-US"/>
            </a:br>
            <a:endParaRPr lang="en-GB"/>
          </a:p>
        </p:txBody>
      </p:sp>
      <p:sp>
        <p:nvSpPr>
          <p:cNvPr id="5" name="Slide Number Placeholder 4">
            <a:extLst>
              <a:ext uri="{FF2B5EF4-FFF2-40B4-BE49-F238E27FC236}">
                <a16:creationId xmlns:a16="http://schemas.microsoft.com/office/drawing/2014/main" id="{3DEC24C6-5413-1D1A-5713-EF225E7AAE2D}"/>
              </a:ext>
            </a:extLst>
          </p:cNvPr>
          <p:cNvSpPr>
            <a:spLocks noGrp="1"/>
          </p:cNvSpPr>
          <p:nvPr>
            <p:ph type="sldNum" sz="quarter" idx="12"/>
          </p:nvPr>
        </p:nvSpPr>
        <p:spPr/>
        <p:txBody>
          <a:bodyPr/>
          <a:lstStyle/>
          <a:p>
            <a:fld id="{5F99CA44-E461-4342-8946-62027848508A}" type="slidenum">
              <a:rPr lang="en-PT" smtClean="0"/>
              <a:pPr/>
              <a:t>4</a:t>
            </a:fld>
            <a:endParaRPr lang="en-PT"/>
          </a:p>
        </p:txBody>
      </p:sp>
      <p:sp>
        <p:nvSpPr>
          <p:cNvPr id="6" name="Text Placeholder 5">
            <a:extLst>
              <a:ext uri="{FF2B5EF4-FFF2-40B4-BE49-F238E27FC236}">
                <a16:creationId xmlns:a16="http://schemas.microsoft.com/office/drawing/2014/main" id="{62CAF841-7D10-9BC4-F6EE-4EE92FB4AD9F}"/>
              </a:ext>
            </a:extLst>
          </p:cNvPr>
          <p:cNvSpPr>
            <a:spLocks noGrp="1"/>
          </p:cNvSpPr>
          <p:nvPr>
            <p:ph type="body" idx="10"/>
          </p:nvPr>
        </p:nvSpPr>
        <p:spPr/>
        <p:txBody>
          <a:bodyPr/>
          <a:lstStyle/>
          <a:p>
            <a:r>
              <a:rPr lang="en-US" baseline="30000"/>
              <a:t>1</a:t>
            </a:r>
            <a:r>
              <a:rPr lang="en-US"/>
              <a:t> To be delivered in Q1’26</a:t>
            </a:r>
            <a:endParaRPr lang="en-GB"/>
          </a:p>
        </p:txBody>
      </p:sp>
      <p:sp>
        <p:nvSpPr>
          <p:cNvPr id="75" name="Rounded Rectangle 8">
            <a:extLst>
              <a:ext uri="{FF2B5EF4-FFF2-40B4-BE49-F238E27FC236}">
                <a16:creationId xmlns:a16="http://schemas.microsoft.com/office/drawing/2014/main" id="{106C872E-A7D6-ADCB-211D-A632BDBED5B0}"/>
              </a:ext>
            </a:extLst>
          </p:cNvPr>
          <p:cNvSpPr/>
          <p:nvPr/>
        </p:nvSpPr>
        <p:spPr>
          <a:xfrm>
            <a:off x="936985" y="7849341"/>
            <a:ext cx="3812018" cy="2006151"/>
          </a:xfrm>
          <a:prstGeom prst="rect">
            <a:avLst/>
          </a:prstGeom>
          <a:solidFill>
            <a:srgbClr val="00C159"/>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08000" tIns="48766" rIns="36000" bIns="48766" numCol="1" spcCol="38100" rtlCol="0" anchor="ctr">
            <a:noAutofit/>
          </a:bodyPr>
          <a:lstStyle/>
          <a:p>
            <a:pPr defTabSz="1300480">
              <a:lnSpc>
                <a:spcPct val="90000"/>
              </a:lnSpc>
            </a:pPr>
            <a:r>
              <a:rPr lang="en-GB" sz="2400" b="1" cap="small">
                <a:solidFill>
                  <a:schemeClr val="bg1"/>
                </a:solidFill>
                <a:latin typeface="Figtree" pitchFamily="2" charset="0"/>
                <a:cs typeface="Arial" panose="020B0604020202020204" pitchFamily="34" charset="0"/>
              </a:rPr>
              <a:t>Secured </a:t>
            </a:r>
            <a:br>
              <a:rPr lang="en-GB" sz="2400" b="1" cap="small">
                <a:solidFill>
                  <a:schemeClr val="bg1"/>
                </a:solidFill>
                <a:latin typeface="Figtree" pitchFamily="2" charset="0"/>
                <a:cs typeface="Arial" panose="020B0604020202020204" pitchFamily="34" charset="0"/>
              </a:rPr>
            </a:br>
            <a:r>
              <a:rPr lang="en-GB" sz="3200" b="1" cap="small">
                <a:solidFill>
                  <a:schemeClr val="bg1"/>
                </a:solidFill>
                <a:latin typeface="Figtree" pitchFamily="2" charset="0"/>
                <a:cs typeface="Arial" panose="020B0604020202020204" pitchFamily="34" charset="0"/>
              </a:rPr>
              <a:t>Land</a:t>
            </a:r>
          </a:p>
        </p:txBody>
      </p:sp>
      <p:sp>
        <p:nvSpPr>
          <p:cNvPr id="76" name="Rounded Rectangle 36">
            <a:extLst>
              <a:ext uri="{FF2B5EF4-FFF2-40B4-BE49-F238E27FC236}">
                <a16:creationId xmlns:a16="http://schemas.microsoft.com/office/drawing/2014/main" id="{81BF9721-03F1-2432-B099-9B2340CC7136}"/>
              </a:ext>
            </a:extLst>
          </p:cNvPr>
          <p:cNvSpPr/>
          <p:nvPr/>
        </p:nvSpPr>
        <p:spPr>
          <a:xfrm>
            <a:off x="936988" y="5637602"/>
            <a:ext cx="3812018" cy="1945549"/>
          </a:xfrm>
          <a:prstGeom prst="rect">
            <a:avLst/>
          </a:prstGeom>
          <a:solidFill>
            <a:srgbClr val="00C159"/>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08000" tIns="48766" rIns="36000" bIns="48766" numCol="1" spcCol="38100" rtlCol="0" anchor="ctr">
            <a:noAutofit/>
          </a:bodyPr>
          <a:lstStyle/>
          <a:p>
            <a:pPr defTabSz="1300480">
              <a:lnSpc>
                <a:spcPct val="90000"/>
              </a:lnSpc>
            </a:pPr>
            <a:r>
              <a:rPr lang="en-GB" sz="2400" b="1" cap="small">
                <a:solidFill>
                  <a:schemeClr val="bg1"/>
                </a:solidFill>
                <a:latin typeface="Figtree" pitchFamily="2" charset="0"/>
                <a:cs typeface="Arial" panose="020B0604020202020204" pitchFamily="34" charset="0"/>
              </a:rPr>
              <a:t>Redundant</a:t>
            </a:r>
            <a:br>
              <a:rPr lang="en-GB" sz="2400" b="1" cap="small">
                <a:solidFill>
                  <a:schemeClr val="bg1"/>
                </a:solidFill>
                <a:latin typeface="Figtree" pitchFamily="2" charset="0"/>
                <a:cs typeface="Arial" panose="020B0604020202020204" pitchFamily="34" charset="0"/>
              </a:rPr>
            </a:br>
            <a:r>
              <a:rPr lang="en-GB" sz="3200" b="1" cap="small">
                <a:solidFill>
                  <a:schemeClr val="bg1"/>
                </a:solidFill>
                <a:latin typeface="Figtree" pitchFamily="2" charset="0"/>
                <a:cs typeface="Arial" panose="020B0604020202020204" pitchFamily="34" charset="0"/>
              </a:rPr>
              <a:t>Seawater </a:t>
            </a:r>
            <a:br>
              <a:rPr lang="en-GB" sz="3200" b="1" cap="small">
                <a:solidFill>
                  <a:schemeClr val="bg1"/>
                </a:solidFill>
                <a:latin typeface="Figtree" pitchFamily="2" charset="0"/>
                <a:cs typeface="Arial" panose="020B0604020202020204" pitchFamily="34" charset="0"/>
              </a:rPr>
            </a:br>
            <a:r>
              <a:rPr lang="en-GB" sz="3200" b="1" cap="small">
                <a:solidFill>
                  <a:schemeClr val="bg1"/>
                </a:solidFill>
                <a:latin typeface="Figtree" pitchFamily="2" charset="0"/>
                <a:cs typeface="Arial" panose="020B0604020202020204" pitchFamily="34" charset="0"/>
              </a:rPr>
              <a:t>Resources</a:t>
            </a:r>
          </a:p>
        </p:txBody>
      </p:sp>
      <p:sp>
        <p:nvSpPr>
          <p:cNvPr id="77" name="Rounded Rectangle 41">
            <a:extLst>
              <a:ext uri="{FF2B5EF4-FFF2-40B4-BE49-F238E27FC236}">
                <a16:creationId xmlns:a16="http://schemas.microsoft.com/office/drawing/2014/main" id="{2161089A-ACE5-41FE-5948-D138ECDB3867}"/>
              </a:ext>
            </a:extLst>
          </p:cNvPr>
          <p:cNvSpPr/>
          <p:nvPr/>
        </p:nvSpPr>
        <p:spPr>
          <a:xfrm>
            <a:off x="936990" y="3028463"/>
            <a:ext cx="3812018" cy="2342950"/>
          </a:xfrm>
          <a:prstGeom prst="rect">
            <a:avLst/>
          </a:prstGeom>
          <a:solidFill>
            <a:srgbClr val="00C159"/>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08000" tIns="48766" rIns="36000" bIns="48766" numCol="1" spcCol="38100" rtlCol="0" anchor="ctr">
            <a:noAutofit/>
          </a:bodyPr>
          <a:lstStyle/>
          <a:p>
            <a:pPr defTabSz="1300480">
              <a:lnSpc>
                <a:spcPct val="90000"/>
              </a:lnSpc>
            </a:pPr>
            <a:r>
              <a:rPr lang="en-GB" sz="2400" b="1" cap="small">
                <a:solidFill>
                  <a:schemeClr val="bg1"/>
                </a:solidFill>
                <a:latin typeface="Figtree" pitchFamily="2" charset="0"/>
                <a:cs typeface="Arial" panose="020B0604020202020204" pitchFamily="34" charset="0"/>
              </a:rPr>
              <a:t>Secured, </a:t>
            </a:r>
            <a:br>
              <a:rPr lang="en-GB" sz="2400" b="1" cap="small">
                <a:solidFill>
                  <a:schemeClr val="bg1"/>
                </a:solidFill>
                <a:latin typeface="Figtree" pitchFamily="2" charset="0"/>
                <a:cs typeface="Arial" panose="020B0604020202020204" pitchFamily="34" charset="0"/>
              </a:rPr>
            </a:br>
            <a:r>
              <a:rPr lang="en-GB" sz="2400" b="1" cap="small">
                <a:solidFill>
                  <a:schemeClr val="bg1"/>
                </a:solidFill>
                <a:latin typeface="Figtree" pitchFamily="2" charset="0"/>
                <a:cs typeface="Arial" panose="020B0604020202020204" pitchFamily="34" charset="0"/>
              </a:rPr>
              <a:t>Redundant </a:t>
            </a:r>
            <a:br>
              <a:rPr lang="en-GB" sz="2400" b="1" cap="small">
                <a:solidFill>
                  <a:schemeClr val="bg1"/>
                </a:solidFill>
                <a:latin typeface="Figtree" pitchFamily="2" charset="0"/>
                <a:cs typeface="Arial" panose="020B0604020202020204" pitchFamily="34" charset="0"/>
              </a:rPr>
            </a:br>
            <a:r>
              <a:rPr lang="en-GB" sz="3200" b="1" cap="small">
                <a:solidFill>
                  <a:schemeClr val="bg1"/>
                </a:solidFill>
                <a:latin typeface="Figtree" pitchFamily="2" charset="0"/>
                <a:cs typeface="Arial" panose="020B0604020202020204" pitchFamily="34" charset="0"/>
              </a:rPr>
              <a:t>Power </a:t>
            </a:r>
            <a:br>
              <a:rPr lang="en-GB" sz="3200" b="1" cap="small">
                <a:solidFill>
                  <a:schemeClr val="bg1"/>
                </a:solidFill>
                <a:latin typeface="Figtree" pitchFamily="2" charset="0"/>
                <a:cs typeface="Arial" panose="020B0604020202020204" pitchFamily="34" charset="0"/>
              </a:rPr>
            </a:br>
            <a:r>
              <a:rPr lang="en-GB" sz="3200" b="1" cap="small">
                <a:solidFill>
                  <a:schemeClr val="bg1"/>
                </a:solidFill>
                <a:latin typeface="Figtree" pitchFamily="2" charset="0"/>
                <a:cs typeface="Arial" panose="020B0604020202020204" pitchFamily="34" charset="0"/>
              </a:rPr>
              <a:t>Access</a:t>
            </a:r>
          </a:p>
        </p:txBody>
      </p:sp>
      <p:sp>
        <p:nvSpPr>
          <p:cNvPr id="78" name="Rectangle 66">
            <a:extLst>
              <a:ext uri="{FF2B5EF4-FFF2-40B4-BE49-F238E27FC236}">
                <a16:creationId xmlns:a16="http://schemas.microsoft.com/office/drawing/2014/main" id="{BD327208-1E18-3F65-7660-F95A86533B1A}"/>
              </a:ext>
            </a:extLst>
          </p:cNvPr>
          <p:cNvSpPr>
            <a:spLocks noChangeArrowheads="1"/>
          </p:cNvSpPr>
          <p:nvPr>
            <p:custDataLst>
              <p:tags r:id="rId1"/>
            </p:custDataLst>
          </p:nvPr>
        </p:nvSpPr>
        <p:spPr bwMode="auto">
          <a:xfrm>
            <a:off x="4880479" y="7848161"/>
            <a:ext cx="9184512" cy="2009254"/>
          </a:xfrm>
          <a:prstGeom prst="rect">
            <a:avLst/>
          </a:prstGeom>
          <a:solidFill>
            <a:schemeClr val="bg1">
              <a:lumMod val="95000"/>
            </a:schemeClr>
          </a:solidFill>
          <a:ln>
            <a:noFill/>
          </a:ln>
          <a:effectLst/>
        </p:spPr>
        <p:txBody>
          <a:bodyPr lIns="72000" tIns="45720" rIns="72000" bIns="45720" anchor="ctr"/>
          <a:lstStyle/>
          <a:p>
            <a:pPr defTabSz="1019175">
              <a:lnSpc>
                <a:spcPct val="110000"/>
              </a:lnSpc>
              <a:spcBef>
                <a:spcPts val="200"/>
              </a:spcBef>
              <a:spcAft>
                <a:spcPts val="200"/>
              </a:spcAft>
              <a:defRPr/>
            </a:pPr>
            <a:r>
              <a:rPr lang="en-GB" sz="2400" b="1">
                <a:solidFill>
                  <a:srgbClr val="00C159"/>
                </a:solidFill>
                <a:latin typeface="Figtree" pitchFamily="2" charset="0"/>
              </a:rPr>
              <a:t>Long-term surface rights (150 yrs) secured for the development of the full campus (DC and Power)</a:t>
            </a:r>
          </a:p>
          <a:p>
            <a:pPr marL="342900" lvl="0" indent="-342900" defTabSz="1019175">
              <a:lnSpc>
                <a:spcPct val="110000"/>
              </a:lnSpc>
              <a:spcBef>
                <a:spcPts val="200"/>
              </a:spcBef>
              <a:spcAft>
                <a:spcPts val="200"/>
              </a:spcAft>
              <a:buFont typeface="Arial" panose="020B0604020202020204" pitchFamily="34" charset="0"/>
              <a:buChar char="•"/>
              <a:defRPr/>
            </a:pPr>
            <a:r>
              <a:rPr lang="en-GB" sz="2400" b="1">
                <a:latin typeface="Figtree" pitchFamily="2" charset="0"/>
              </a:rPr>
              <a:t>~60 ha </a:t>
            </a:r>
            <a:r>
              <a:rPr lang="en-GB" sz="2400">
                <a:latin typeface="Figtree" pitchFamily="2" charset="0"/>
              </a:rPr>
              <a:t>(148 acres)</a:t>
            </a:r>
            <a:r>
              <a:rPr lang="en-GB" sz="2400" b="1">
                <a:latin typeface="Figtree" pitchFamily="2" charset="0"/>
              </a:rPr>
              <a:t> </a:t>
            </a:r>
            <a:r>
              <a:rPr lang="en-GB" sz="2400">
                <a:latin typeface="Figtree" pitchFamily="2" charset="0"/>
              </a:rPr>
              <a:t>for DC campus in Sines</a:t>
            </a:r>
          </a:p>
          <a:p>
            <a:pPr marL="342900" lvl="0" indent="-342900" defTabSz="1019175">
              <a:lnSpc>
                <a:spcPct val="110000"/>
              </a:lnSpc>
              <a:spcBef>
                <a:spcPts val="200"/>
              </a:spcBef>
              <a:spcAft>
                <a:spcPts val="200"/>
              </a:spcAft>
              <a:buFont typeface="Arial" panose="020B0604020202020204" pitchFamily="34" charset="0"/>
              <a:buChar char="•"/>
              <a:defRPr/>
            </a:pPr>
            <a:r>
              <a:rPr lang="en-GB" sz="2400" b="1">
                <a:latin typeface="Figtree" pitchFamily="2" charset="0"/>
              </a:rPr>
              <a:t>~20 ha </a:t>
            </a:r>
            <a:r>
              <a:rPr lang="en-GB" sz="2400">
                <a:latin typeface="Figtree" pitchFamily="2" charset="0"/>
              </a:rPr>
              <a:t>(49 acres) for private substation</a:t>
            </a:r>
          </a:p>
        </p:txBody>
      </p:sp>
      <p:sp>
        <p:nvSpPr>
          <p:cNvPr id="79" name="Rectangle 66">
            <a:extLst>
              <a:ext uri="{FF2B5EF4-FFF2-40B4-BE49-F238E27FC236}">
                <a16:creationId xmlns:a16="http://schemas.microsoft.com/office/drawing/2014/main" id="{EF8F9A08-F5A2-5E06-BCE7-878E19325BB1}"/>
              </a:ext>
            </a:extLst>
          </p:cNvPr>
          <p:cNvSpPr>
            <a:spLocks noChangeArrowheads="1"/>
          </p:cNvSpPr>
          <p:nvPr>
            <p:custDataLst>
              <p:tags r:id="rId2"/>
            </p:custDataLst>
          </p:nvPr>
        </p:nvSpPr>
        <p:spPr bwMode="auto">
          <a:xfrm>
            <a:off x="4880479" y="5637012"/>
            <a:ext cx="9184512" cy="1945549"/>
          </a:xfrm>
          <a:prstGeom prst="rect">
            <a:avLst/>
          </a:prstGeom>
          <a:solidFill>
            <a:schemeClr val="bg1">
              <a:lumMod val="95000"/>
            </a:schemeClr>
          </a:solidFill>
          <a:ln>
            <a:noFill/>
          </a:ln>
          <a:effectLst/>
        </p:spPr>
        <p:txBody>
          <a:bodyPr lIns="72000" tIns="45720" rIns="72000" bIns="45720" anchor="ctr"/>
          <a:lstStyle/>
          <a:p>
            <a:pPr lvl="0" defTabSz="1019175">
              <a:spcBef>
                <a:spcPts val="200"/>
              </a:spcBef>
              <a:spcAft>
                <a:spcPts val="200"/>
              </a:spcAft>
              <a:defRPr/>
            </a:pPr>
            <a:r>
              <a:rPr lang="en-GB" sz="2400" b="1">
                <a:solidFill>
                  <a:srgbClr val="00C159"/>
                </a:solidFill>
                <a:latin typeface="Figtree" pitchFamily="2" charset="0"/>
              </a:rPr>
              <a:t>Water rights agreed for seawater sources, covering the cooling needs of SIN02-06 with redundancy:</a:t>
            </a:r>
          </a:p>
          <a:p>
            <a:pPr marL="342900" indent="-342900" defTabSz="1019175">
              <a:spcBef>
                <a:spcPts val="200"/>
              </a:spcBef>
              <a:spcAft>
                <a:spcPts val="200"/>
              </a:spcAft>
              <a:buFont typeface="Arial" panose="020B0604020202020204" pitchFamily="34" charset="0"/>
              <a:buChar char="•"/>
              <a:defRPr/>
            </a:pPr>
            <a:r>
              <a:rPr lang="en-US" sz="2400" b="1">
                <a:latin typeface="Figtree" pitchFamily="2" charset="0"/>
              </a:rPr>
              <a:t>Re-purposed seawater infrastructure </a:t>
            </a:r>
            <a:r>
              <a:rPr lang="en-US" sz="2400">
                <a:latin typeface="Figtree" pitchFamily="2" charset="0"/>
              </a:rPr>
              <a:t>from decommissioned coal power plant (20-yr agreement) </a:t>
            </a:r>
          </a:p>
        </p:txBody>
      </p:sp>
      <p:sp>
        <p:nvSpPr>
          <p:cNvPr id="80" name="Rectangle 66">
            <a:extLst>
              <a:ext uri="{FF2B5EF4-FFF2-40B4-BE49-F238E27FC236}">
                <a16:creationId xmlns:a16="http://schemas.microsoft.com/office/drawing/2014/main" id="{463F2B30-7E5E-6318-B299-F9E46428F3BE}"/>
              </a:ext>
            </a:extLst>
          </p:cNvPr>
          <p:cNvSpPr>
            <a:spLocks noChangeArrowheads="1"/>
          </p:cNvSpPr>
          <p:nvPr>
            <p:custDataLst>
              <p:tags r:id="rId3"/>
            </p:custDataLst>
          </p:nvPr>
        </p:nvSpPr>
        <p:spPr bwMode="auto">
          <a:xfrm>
            <a:off x="4880479" y="3028463"/>
            <a:ext cx="9178507" cy="2342950"/>
          </a:xfrm>
          <a:prstGeom prst="rect">
            <a:avLst/>
          </a:prstGeom>
          <a:solidFill>
            <a:schemeClr val="bg1">
              <a:lumMod val="95000"/>
            </a:schemeClr>
          </a:solidFill>
          <a:ln>
            <a:noFill/>
          </a:ln>
          <a:effectLst/>
        </p:spPr>
        <p:txBody>
          <a:bodyPr lIns="72000" tIns="45720" rIns="72000" bIns="45720" anchor="ctr"/>
          <a:lstStyle/>
          <a:p>
            <a:pPr defTabSz="1019175">
              <a:spcBef>
                <a:spcPts val="200"/>
              </a:spcBef>
              <a:spcAft>
                <a:spcPts val="200"/>
              </a:spcAft>
              <a:defRPr/>
            </a:pPr>
            <a:r>
              <a:rPr lang="en-US" sz="2400" b="1">
                <a:solidFill>
                  <a:srgbClr val="00C159"/>
                </a:solidFill>
                <a:latin typeface="Figtree" pitchFamily="2" charset="0"/>
              </a:rPr>
              <a:t>Grid access secured for the full 1.2 GW campus, with redundant lines: </a:t>
            </a:r>
            <a:endParaRPr lang="en-GB" sz="2400" b="1">
              <a:solidFill>
                <a:srgbClr val="00C159"/>
              </a:solidFill>
              <a:latin typeface="Figtree" pitchFamily="2" charset="0"/>
            </a:endParaRPr>
          </a:p>
          <a:p>
            <a:pPr marL="342900" lvl="0" indent="-342900" defTabSz="1019175">
              <a:spcBef>
                <a:spcPts val="200"/>
              </a:spcBef>
              <a:spcAft>
                <a:spcPts val="200"/>
              </a:spcAft>
              <a:buFont typeface="Arial" panose="020B0604020202020204" pitchFamily="34" charset="0"/>
              <a:buChar char="•"/>
              <a:defRPr/>
            </a:pPr>
            <a:r>
              <a:rPr lang="en-GB" sz="2400" b="1">
                <a:latin typeface="Figtree" pitchFamily="2" charset="0"/>
              </a:rPr>
              <a:t>Firm grid access secured </a:t>
            </a:r>
            <a:r>
              <a:rPr lang="en-GB" sz="2400">
                <a:latin typeface="Figtree" pitchFamily="2" charset="0"/>
              </a:rPr>
              <a:t>for </a:t>
            </a:r>
            <a:r>
              <a:rPr lang="en-GB" sz="2400" b="1">
                <a:latin typeface="Figtree" pitchFamily="2" charset="0"/>
              </a:rPr>
              <a:t>up to c. 1.5 GVA</a:t>
            </a:r>
          </a:p>
          <a:p>
            <a:pPr marL="342900" indent="-342900" defTabSz="1019175">
              <a:spcBef>
                <a:spcPts val="200"/>
              </a:spcBef>
              <a:spcAft>
                <a:spcPts val="200"/>
              </a:spcAft>
              <a:buFont typeface="Arial" panose="020B0604020202020204" pitchFamily="34" charset="0"/>
              <a:buChar char="•"/>
              <a:defRPr/>
            </a:pPr>
            <a:r>
              <a:rPr lang="en-US" sz="2400" b="1">
                <a:latin typeface="Figtree" pitchFamily="2" charset="0"/>
              </a:rPr>
              <a:t>Private substation </a:t>
            </a:r>
            <a:r>
              <a:rPr lang="en-US" sz="2400">
                <a:latin typeface="Figtree" pitchFamily="2" charset="0"/>
              </a:rPr>
              <a:t>connected to the grid</a:t>
            </a:r>
          </a:p>
          <a:p>
            <a:pPr marL="342900" indent="-342900" defTabSz="1019175">
              <a:spcBef>
                <a:spcPts val="200"/>
              </a:spcBef>
              <a:spcAft>
                <a:spcPts val="200"/>
              </a:spcAft>
              <a:buFont typeface="Arial" panose="020B0604020202020204" pitchFamily="34" charset="0"/>
              <a:buChar char="•"/>
              <a:defRPr/>
            </a:pPr>
            <a:r>
              <a:rPr lang="en-US" sz="2400" b="1">
                <a:latin typeface="Figtree" pitchFamily="2" charset="0"/>
              </a:rPr>
              <a:t>Long-lead transformers for SIN02+ ordered </a:t>
            </a:r>
            <a:r>
              <a:rPr lang="en-US" sz="2400">
                <a:latin typeface="Figtree" pitchFamily="2" charset="0"/>
              </a:rPr>
              <a:t>from Siemens</a:t>
            </a:r>
            <a:r>
              <a:rPr lang="en-US" sz="2400" baseline="30000">
                <a:latin typeface="Figtree" pitchFamily="2" charset="0"/>
              </a:rPr>
              <a:t>1</a:t>
            </a:r>
          </a:p>
        </p:txBody>
      </p:sp>
      <p:sp>
        <p:nvSpPr>
          <p:cNvPr id="81" name="Rectangle 66">
            <a:extLst>
              <a:ext uri="{FF2B5EF4-FFF2-40B4-BE49-F238E27FC236}">
                <a16:creationId xmlns:a16="http://schemas.microsoft.com/office/drawing/2014/main" id="{D5F6BF90-4890-835C-C959-CBD1F5044F0A}"/>
              </a:ext>
            </a:extLst>
          </p:cNvPr>
          <p:cNvSpPr>
            <a:spLocks noChangeArrowheads="1"/>
          </p:cNvSpPr>
          <p:nvPr>
            <p:custDataLst>
              <p:tags r:id="rId4"/>
            </p:custDataLst>
          </p:nvPr>
        </p:nvSpPr>
        <p:spPr bwMode="auto">
          <a:xfrm>
            <a:off x="14190457" y="3028467"/>
            <a:ext cx="8868743" cy="2342946"/>
          </a:xfrm>
          <a:prstGeom prst="rect">
            <a:avLst/>
          </a:prstGeom>
          <a:noFill/>
          <a:ln>
            <a:solidFill>
              <a:srgbClr val="607F53"/>
            </a:solidFill>
            <a:prstDash val="dash"/>
          </a:ln>
          <a:effectLst/>
        </p:spPr>
        <p:txBody>
          <a:bodyPr lIns="72000" tIns="45720" rIns="72000" bIns="45720" anchor="ctr"/>
          <a:lstStyle/>
          <a:p>
            <a:pPr marL="88900" lvl="0" indent="-88900" defTabSz="1019175">
              <a:spcBef>
                <a:spcPts val="200"/>
              </a:spcBef>
              <a:spcAft>
                <a:spcPts val="200"/>
              </a:spcAft>
              <a:buFont typeface="Arial" panose="020B0604020202020204" pitchFamily="34" charset="0"/>
              <a:buChar char="•"/>
              <a:defRPr/>
            </a:pPr>
            <a:endParaRPr lang="en-US" sz="2000">
              <a:latin typeface="Ubuntu" panose="020B0504030602030204" pitchFamily="34" charset="0"/>
            </a:endParaRPr>
          </a:p>
        </p:txBody>
      </p:sp>
      <p:sp>
        <p:nvSpPr>
          <p:cNvPr id="82" name="Rectangle 66">
            <a:extLst>
              <a:ext uri="{FF2B5EF4-FFF2-40B4-BE49-F238E27FC236}">
                <a16:creationId xmlns:a16="http://schemas.microsoft.com/office/drawing/2014/main" id="{B0B2803F-6337-39C3-9C00-96473F3A7E24}"/>
              </a:ext>
            </a:extLst>
          </p:cNvPr>
          <p:cNvSpPr>
            <a:spLocks noChangeArrowheads="1"/>
          </p:cNvSpPr>
          <p:nvPr>
            <p:custDataLst>
              <p:tags r:id="rId5"/>
            </p:custDataLst>
          </p:nvPr>
        </p:nvSpPr>
        <p:spPr bwMode="auto">
          <a:xfrm>
            <a:off x="14190457" y="5597363"/>
            <a:ext cx="8868743" cy="1945549"/>
          </a:xfrm>
          <a:prstGeom prst="rect">
            <a:avLst/>
          </a:prstGeom>
          <a:noFill/>
          <a:ln>
            <a:solidFill>
              <a:srgbClr val="607F53"/>
            </a:solidFill>
            <a:prstDash val="dash"/>
          </a:ln>
          <a:effectLst/>
        </p:spPr>
        <p:txBody>
          <a:bodyPr lIns="72000" tIns="45720" rIns="72000" bIns="45720" anchor="ctr"/>
          <a:lstStyle/>
          <a:p>
            <a:pPr marL="88900" lvl="0" indent="-88900" defTabSz="1019175">
              <a:spcBef>
                <a:spcPts val="200"/>
              </a:spcBef>
              <a:spcAft>
                <a:spcPts val="200"/>
              </a:spcAft>
              <a:buFont typeface="Arial" panose="020B0604020202020204" pitchFamily="34" charset="0"/>
              <a:buChar char="•"/>
              <a:defRPr/>
            </a:pPr>
            <a:endParaRPr lang="en-US" sz="2000">
              <a:latin typeface="Ubuntu" panose="020B0504030602030204" pitchFamily="34" charset="0"/>
            </a:endParaRPr>
          </a:p>
        </p:txBody>
      </p:sp>
      <p:pic>
        <p:nvPicPr>
          <p:cNvPr id="83" name="Picture 82">
            <a:extLst>
              <a:ext uri="{FF2B5EF4-FFF2-40B4-BE49-F238E27FC236}">
                <a16:creationId xmlns:a16="http://schemas.microsoft.com/office/drawing/2014/main" id="{5BA95A06-73E6-BD15-1188-82CAD71A636B}"/>
              </a:ext>
            </a:extLst>
          </p:cNvPr>
          <p:cNvPicPr>
            <a:picLocks noChangeAspect="1"/>
          </p:cNvPicPr>
          <p:nvPr/>
        </p:nvPicPr>
        <p:blipFill rotWithShape="1">
          <a:blip r:embed="rId10" cstate="screen">
            <a:clrChange>
              <a:clrFrom>
                <a:srgbClr val="EDEDED"/>
              </a:clrFrom>
              <a:clrTo>
                <a:srgbClr val="EDEDED">
                  <a:alpha val="0"/>
                </a:srgbClr>
              </a:clrTo>
            </a:clrChange>
            <a:extLst>
              <a:ext uri="{28A0092B-C50C-407E-A947-70E740481C1C}">
                <a14:useLocalDpi xmlns:a14="http://schemas.microsoft.com/office/drawing/2010/main"/>
              </a:ext>
            </a:extLst>
          </a:blip>
          <a:srcRect/>
          <a:stretch/>
        </p:blipFill>
        <p:spPr>
          <a:xfrm>
            <a:off x="16673467" y="5345236"/>
            <a:ext cx="3812018" cy="2410900"/>
          </a:xfrm>
          <a:prstGeom prst="rect">
            <a:avLst/>
          </a:prstGeom>
        </p:spPr>
      </p:pic>
      <p:grpSp>
        <p:nvGrpSpPr>
          <p:cNvPr id="84" name="Group 83">
            <a:extLst>
              <a:ext uri="{FF2B5EF4-FFF2-40B4-BE49-F238E27FC236}">
                <a16:creationId xmlns:a16="http://schemas.microsoft.com/office/drawing/2014/main" id="{CAEA943E-AACC-3833-7B7A-7C8FEDF159B0}"/>
              </a:ext>
            </a:extLst>
          </p:cNvPr>
          <p:cNvGrpSpPr/>
          <p:nvPr/>
        </p:nvGrpSpPr>
        <p:grpSpPr>
          <a:xfrm>
            <a:off x="16657125" y="6901809"/>
            <a:ext cx="1682826" cy="233026"/>
            <a:chOff x="6656375" y="3241543"/>
            <a:chExt cx="690266" cy="187457"/>
          </a:xfrm>
        </p:grpSpPr>
        <p:cxnSp>
          <p:nvCxnSpPr>
            <p:cNvPr id="85" name="Straight Arrow Connector 84">
              <a:extLst>
                <a:ext uri="{FF2B5EF4-FFF2-40B4-BE49-F238E27FC236}">
                  <a16:creationId xmlns:a16="http://schemas.microsoft.com/office/drawing/2014/main" id="{7E43301F-995B-48B6-4E5C-0C9C4188C134}"/>
                </a:ext>
              </a:extLst>
            </p:cNvPr>
            <p:cNvCxnSpPr>
              <a:cxnSpLocks/>
            </p:cNvCxnSpPr>
            <p:nvPr/>
          </p:nvCxnSpPr>
          <p:spPr>
            <a:xfrm flipV="1">
              <a:off x="7156618" y="3241543"/>
              <a:ext cx="190023" cy="187457"/>
            </a:xfrm>
            <a:prstGeom prst="straightConnector1">
              <a:avLst/>
            </a:prstGeom>
            <a:ln>
              <a:solidFill>
                <a:srgbClr val="607F53"/>
              </a:solidFill>
              <a:tailEnd type="triangle"/>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8FCC266E-BBB3-7D7F-606B-4A8CA15F72DD}"/>
                </a:ext>
              </a:extLst>
            </p:cNvPr>
            <p:cNvCxnSpPr>
              <a:cxnSpLocks/>
            </p:cNvCxnSpPr>
            <p:nvPr/>
          </p:nvCxnSpPr>
          <p:spPr>
            <a:xfrm flipH="1">
              <a:off x="6656375" y="3429000"/>
              <a:ext cx="493202" cy="0"/>
            </a:xfrm>
            <a:prstGeom prst="line">
              <a:avLst/>
            </a:prstGeom>
            <a:ln>
              <a:solidFill>
                <a:srgbClr val="607F53"/>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87" name="TextBox 86">
            <a:extLst>
              <a:ext uri="{FF2B5EF4-FFF2-40B4-BE49-F238E27FC236}">
                <a16:creationId xmlns:a16="http://schemas.microsoft.com/office/drawing/2014/main" id="{411BA4B6-A35F-8936-69E3-74F2E3B956A1}"/>
              </a:ext>
            </a:extLst>
          </p:cNvPr>
          <p:cNvSpPr txBox="1"/>
          <p:nvPr/>
        </p:nvSpPr>
        <p:spPr>
          <a:xfrm>
            <a:off x="14239975" y="6126789"/>
            <a:ext cx="2447825" cy="1323439"/>
          </a:xfrm>
          <a:prstGeom prst="rect">
            <a:avLst/>
          </a:prstGeom>
          <a:noFill/>
        </p:spPr>
        <p:txBody>
          <a:bodyPr wrap="square" anchor="ctr">
            <a:spAutoFit/>
          </a:bodyPr>
          <a:lstStyle/>
          <a:p>
            <a:pPr lvl="0" defTabSz="1019175">
              <a:spcBef>
                <a:spcPts val="200"/>
              </a:spcBef>
              <a:spcAft>
                <a:spcPts val="200"/>
              </a:spcAft>
              <a:defRPr/>
            </a:pPr>
            <a:r>
              <a:rPr lang="en-US" sz="1600">
                <a:latin typeface="Figtree" pitchFamily="2" charset="0"/>
              </a:rPr>
              <a:t>Repurposed, </a:t>
            </a:r>
            <a:r>
              <a:rPr lang="en-US" sz="1600" b="1">
                <a:latin typeface="Figtree" pitchFamily="2" charset="0"/>
              </a:rPr>
              <a:t>existing seawater </a:t>
            </a:r>
            <a:r>
              <a:rPr lang="en-US" sz="1600">
                <a:latin typeface="Figtree" pitchFamily="2" charset="0"/>
              </a:rPr>
              <a:t>infrastructure from </a:t>
            </a:r>
            <a:r>
              <a:rPr lang="en-US" sz="1600" b="1">
                <a:latin typeface="Figtree" pitchFamily="2" charset="0"/>
              </a:rPr>
              <a:t>decommissioned coal-fired</a:t>
            </a:r>
            <a:br>
              <a:rPr lang="en-US" sz="1600" b="1">
                <a:latin typeface="Figtree" pitchFamily="2" charset="0"/>
              </a:rPr>
            </a:br>
            <a:r>
              <a:rPr lang="en-US" sz="1600" b="1">
                <a:latin typeface="Figtree" pitchFamily="2" charset="0"/>
              </a:rPr>
              <a:t>power plant (                ) </a:t>
            </a:r>
            <a:endParaRPr lang="en-US" sz="1600">
              <a:latin typeface="Figtree" pitchFamily="2" charset="0"/>
            </a:endParaRPr>
          </a:p>
        </p:txBody>
      </p:sp>
      <p:grpSp>
        <p:nvGrpSpPr>
          <p:cNvPr id="88" name="Group 87">
            <a:extLst>
              <a:ext uri="{FF2B5EF4-FFF2-40B4-BE49-F238E27FC236}">
                <a16:creationId xmlns:a16="http://schemas.microsoft.com/office/drawing/2014/main" id="{76CB717B-521A-B76B-B7B2-A8305E2B6665}"/>
              </a:ext>
            </a:extLst>
          </p:cNvPr>
          <p:cNvGrpSpPr/>
          <p:nvPr/>
        </p:nvGrpSpPr>
        <p:grpSpPr>
          <a:xfrm>
            <a:off x="14215736" y="3192651"/>
            <a:ext cx="9009341" cy="1949294"/>
            <a:chOff x="5783937" y="1297818"/>
            <a:chExt cx="3653286" cy="1227975"/>
          </a:xfrm>
        </p:grpSpPr>
        <p:pic>
          <p:nvPicPr>
            <p:cNvPr id="89" name="Imagem 29">
              <a:extLst>
                <a:ext uri="{FF2B5EF4-FFF2-40B4-BE49-F238E27FC236}">
                  <a16:creationId xmlns:a16="http://schemas.microsoft.com/office/drawing/2014/main" id="{B73D82C2-C537-3558-A785-7EFB5D40BC29}"/>
                </a:ext>
              </a:extLst>
            </p:cNvPr>
            <p:cNvPicPr>
              <a:picLocks noChangeAspect="1"/>
            </p:cNvPicPr>
            <p:nvPr/>
          </p:nvPicPr>
          <p:blipFill rotWithShape="1">
            <a:blip r:embed="rId11" cstate="screen">
              <a:extLst>
                <a:ext uri="{28A0092B-C50C-407E-A947-70E740481C1C}">
                  <a14:useLocalDpi xmlns:a14="http://schemas.microsoft.com/office/drawing/2010/main"/>
                </a:ext>
              </a:extLst>
            </a:blip>
            <a:srcRect/>
            <a:stretch/>
          </p:blipFill>
          <p:spPr>
            <a:xfrm>
              <a:off x="6671767" y="1356915"/>
              <a:ext cx="1810468" cy="1168878"/>
            </a:xfrm>
            <a:prstGeom prst="rect">
              <a:avLst/>
            </a:prstGeom>
            <a:ln w="28575">
              <a:noFill/>
            </a:ln>
            <a:effectLst/>
          </p:spPr>
        </p:pic>
        <p:grpSp>
          <p:nvGrpSpPr>
            <p:cNvPr id="90" name="Group 89">
              <a:extLst>
                <a:ext uri="{FF2B5EF4-FFF2-40B4-BE49-F238E27FC236}">
                  <a16:creationId xmlns:a16="http://schemas.microsoft.com/office/drawing/2014/main" id="{8CE32E15-4200-5974-36AE-C0FECA0D73D7}"/>
                </a:ext>
              </a:extLst>
            </p:cNvPr>
            <p:cNvGrpSpPr/>
            <p:nvPr/>
          </p:nvGrpSpPr>
          <p:grpSpPr>
            <a:xfrm>
              <a:off x="6416057" y="1480650"/>
              <a:ext cx="1125772" cy="187594"/>
              <a:chOff x="6437527" y="3430741"/>
              <a:chExt cx="1167233" cy="187594"/>
            </a:xfrm>
          </p:grpSpPr>
          <p:cxnSp>
            <p:nvCxnSpPr>
              <p:cNvPr id="96" name="Straight Arrow Connector 95">
                <a:extLst>
                  <a:ext uri="{FF2B5EF4-FFF2-40B4-BE49-F238E27FC236}">
                    <a16:creationId xmlns:a16="http://schemas.microsoft.com/office/drawing/2014/main" id="{0094164E-094D-755F-A2E4-4F8DC04DBB94}"/>
                  </a:ext>
                </a:extLst>
              </p:cNvPr>
              <p:cNvCxnSpPr>
                <a:cxnSpLocks/>
              </p:cNvCxnSpPr>
              <p:nvPr/>
            </p:nvCxnSpPr>
            <p:spPr>
              <a:xfrm>
                <a:off x="7418249" y="3430741"/>
                <a:ext cx="186511" cy="187594"/>
              </a:xfrm>
              <a:prstGeom prst="straightConnector1">
                <a:avLst/>
              </a:prstGeom>
              <a:ln>
                <a:solidFill>
                  <a:srgbClr val="607F53"/>
                </a:solidFill>
                <a:tailEnd type="triangle"/>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C5D0CA39-00F5-25C8-71DD-C8C463E490E6}"/>
                  </a:ext>
                </a:extLst>
              </p:cNvPr>
              <p:cNvCxnSpPr>
                <a:cxnSpLocks/>
              </p:cNvCxnSpPr>
              <p:nvPr/>
            </p:nvCxnSpPr>
            <p:spPr>
              <a:xfrm flipH="1">
                <a:off x="6437527" y="3498998"/>
                <a:ext cx="980723" cy="0"/>
              </a:xfrm>
              <a:prstGeom prst="line">
                <a:avLst/>
              </a:prstGeom>
              <a:ln>
                <a:solidFill>
                  <a:srgbClr val="607F53"/>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91" name="TextBox 90">
              <a:extLst>
                <a:ext uri="{FF2B5EF4-FFF2-40B4-BE49-F238E27FC236}">
                  <a16:creationId xmlns:a16="http://schemas.microsoft.com/office/drawing/2014/main" id="{4033AE0C-F2BF-ABC5-91BF-A1867DAFF2DA}"/>
                </a:ext>
              </a:extLst>
            </p:cNvPr>
            <p:cNvSpPr txBox="1"/>
            <p:nvPr/>
          </p:nvSpPr>
          <p:spPr>
            <a:xfrm>
              <a:off x="5783937" y="1297818"/>
              <a:ext cx="827865" cy="859524"/>
            </a:xfrm>
            <a:prstGeom prst="rect">
              <a:avLst/>
            </a:prstGeom>
            <a:noFill/>
          </p:spPr>
          <p:txBody>
            <a:bodyPr wrap="square" anchor="ctr">
              <a:noAutofit/>
            </a:bodyPr>
            <a:lstStyle/>
            <a:p>
              <a:pPr lvl="0" defTabSz="1019175">
                <a:spcBef>
                  <a:spcPts val="200"/>
                </a:spcBef>
                <a:spcAft>
                  <a:spcPts val="200"/>
                </a:spcAft>
                <a:defRPr/>
              </a:pPr>
              <a:r>
                <a:rPr lang="en-US" sz="1600">
                  <a:latin typeface="Figtree" pitchFamily="2" charset="0"/>
                </a:rPr>
                <a:t>Start Campus’ </a:t>
              </a:r>
              <a:r>
                <a:rPr lang="en-US" sz="1600" b="1">
                  <a:latin typeface="Figtree" pitchFamily="2" charset="0"/>
                </a:rPr>
                <a:t>private substation</a:t>
              </a:r>
            </a:p>
          </p:txBody>
        </p:sp>
        <p:grpSp>
          <p:nvGrpSpPr>
            <p:cNvPr id="92" name="Group 91">
              <a:extLst>
                <a:ext uri="{FF2B5EF4-FFF2-40B4-BE49-F238E27FC236}">
                  <a16:creationId xmlns:a16="http://schemas.microsoft.com/office/drawing/2014/main" id="{CFD332CE-C1F6-50BD-4920-EF5532F1B960}"/>
                </a:ext>
              </a:extLst>
            </p:cNvPr>
            <p:cNvGrpSpPr/>
            <p:nvPr/>
          </p:nvGrpSpPr>
          <p:grpSpPr>
            <a:xfrm rot="10800000">
              <a:off x="8279964" y="1515530"/>
              <a:ext cx="318077" cy="188096"/>
              <a:chOff x="6437527" y="3498998"/>
              <a:chExt cx="1167233" cy="188096"/>
            </a:xfrm>
          </p:grpSpPr>
          <p:cxnSp>
            <p:nvCxnSpPr>
              <p:cNvPr id="94" name="Straight Arrow Connector 93">
                <a:extLst>
                  <a:ext uri="{FF2B5EF4-FFF2-40B4-BE49-F238E27FC236}">
                    <a16:creationId xmlns:a16="http://schemas.microsoft.com/office/drawing/2014/main" id="{00D2FEFA-09D5-86BD-1693-660D2D7099AC}"/>
                  </a:ext>
                </a:extLst>
              </p:cNvPr>
              <p:cNvCxnSpPr>
                <a:cxnSpLocks/>
              </p:cNvCxnSpPr>
              <p:nvPr/>
            </p:nvCxnSpPr>
            <p:spPr>
              <a:xfrm>
                <a:off x="7418250" y="3499500"/>
                <a:ext cx="186510" cy="187594"/>
              </a:xfrm>
              <a:prstGeom prst="straightConnector1">
                <a:avLst/>
              </a:prstGeom>
              <a:ln>
                <a:solidFill>
                  <a:srgbClr val="607F53"/>
                </a:solidFill>
                <a:tailEnd type="triangle"/>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8162A4C9-37C1-6771-E2B8-C305259A6DD5}"/>
                  </a:ext>
                </a:extLst>
              </p:cNvPr>
              <p:cNvCxnSpPr>
                <a:cxnSpLocks/>
              </p:cNvCxnSpPr>
              <p:nvPr/>
            </p:nvCxnSpPr>
            <p:spPr>
              <a:xfrm flipH="1">
                <a:off x="6437527" y="3498998"/>
                <a:ext cx="980723" cy="0"/>
              </a:xfrm>
              <a:prstGeom prst="line">
                <a:avLst/>
              </a:prstGeom>
              <a:ln>
                <a:solidFill>
                  <a:srgbClr val="607F53"/>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93" name="TextBox 92">
              <a:extLst>
                <a:ext uri="{FF2B5EF4-FFF2-40B4-BE49-F238E27FC236}">
                  <a16:creationId xmlns:a16="http://schemas.microsoft.com/office/drawing/2014/main" id="{AA413C87-9033-B64E-50C5-93C35103366D}"/>
                </a:ext>
              </a:extLst>
            </p:cNvPr>
            <p:cNvSpPr txBox="1"/>
            <p:nvPr/>
          </p:nvSpPr>
          <p:spPr>
            <a:xfrm>
              <a:off x="8545797" y="1584822"/>
              <a:ext cx="891426" cy="678603"/>
            </a:xfrm>
            <a:prstGeom prst="rect">
              <a:avLst/>
            </a:prstGeom>
            <a:noFill/>
          </p:spPr>
          <p:txBody>
            <a:bodyPr wrap="square" anchor="ctr">
              <a:spAutoFit/>
            </a:bodyPr>
            <a:lstStyle/>
            <a:p>
              <a:pPr lvl="0" defTabSz="1019175">
                <a:spcBef>
                  <a:spcPts val="200"/>
                </a:spcBef>
                <a:spcAft>
                  <a:spcPts val="200"/>
                </a:spcAft>
                <a:defRPr/>
              </a:pPr>
              <a:r>
                <a:rPr lang="en-US" sz="1600" b="1">
                  <a:latin typeface="Figtree" pitchFamily="2" charset="0"/>
                </a:rPr>
                <a:t>Two redundant 400kV grid access lines </a:t>
              </a:r>
              <a:r>
                <a:rPr lang="en-US" sz="1600">
                  <a:latin typeface="Figtree" pitchFamily="2" charset="0"/>
                </a:rPr>
                <a:t>to campus' substation</a:t>
              </a:r>
            </a:p>
          </p:txBody>
        </p:sp>
      </p:grpSp>
      <p:sp>
        <p:nvSpPr>
          <p:cNvPr id="98" name="Rectangle 66">
            <a:extLst>
              <a:ext uri="{FF2B5EF4-FFF2-40B4-BE49-F238E27FC236}">
                <a16:creationId xmlns:a16="http://schemas.microsoft.com/office/drawing/2014/main" id="{09C90FCB-75D5-193A-05DD-C2BDBE490FD6}"/>
              </a:ext>
            </a:extLst>
          </p:cNvPr>
          <p:cNvSpPr>
            <a:spLocks noChangeArrowheads="1"/>
          </p:cNvSpPr>
          <p:nvPr>
            <p:custDataLst>
              <p:tags r:id="rId6"/>
            </p:custDataLst>
          </p:nvPr>
        </p:nvSpPr>
        <p:spPr bwMode="auto">
          <a:xfrm>
            <a:off x="14190457" y="7870734"/>
            <a:ext cx="8868743" cy="1986681"/>
          </a:xfrm>
          <a:prstGeom prst="rect">
            <a:avLst/>
          </a:prstGeom>
          <a:noFill/>
          <a:ln>
            <a:solidFill>
              <a:srgbClr val="607F53"/>
            </a:solidFill>
            <a:prstDash val="dash"/>
          </a:ln>
          <a:effectLst/>
        </p:spPr>
        <p:txBody>
          <a:bodyPr lIns="72000" tIns="45720" rIns="72000" bIns="45720" anchor="ctr"/>
          <a:lstStyle/>
          <a:p>
            <a:pPr marL="88900" lvl="0" indent="-88900" defTabSz="1019175">
              <a:spcBef>
                <a:spcPts val="200"/>
              </a:spcBef>
              <a:spcAft>
                <a:spcPts val="200"/>
              </a:spcAft>
              <a:buFont typeface="Arial" panose="020B0604020202020204" pitchFamily="34" charset="0"/>
              <a:buChar char="•"/>
              <a:defRPr/>
            </a:pPr>
            <a:endParaRPr lang="en-US" sz="2000">
              <a:latin typeface="Ubuntu" panose="020B0504030602030204" pitchFamily="34" charset="0"/>
            </a:endParaRPr>
          </a:p>
        </p:txBody>
      </p:sp>
      <p:pic>
        <p:nvPicPr>
          <p:cNvPr id="99" name="Picture 98">
            <a:extLst>
              <a:ext uri="{FF2B5EF4-FFF2-40B4-BE49-F238E27FC236}">
                <a16:creationId xmlns:a16="http://schemas.microsoft.com/office/drawing/2014/main" id="{598DDE38-2C97-66B9-30C0-D6EB027B1D71}"/>
              </a:ext>
            </a:extLst>
          </p:cNvPr>
          <p:cNvPicPr>
            <a:picLocks noChangeAspect="1"/>
          </p:cNvPicPr>
          <p:nvPr/>
        </p:nvPicPr>
        <p:blipFill rotWithShape="1">
          <a:blip r:embed="rId12"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15605582" y="7108300"/>
            <a:ext cx="715899" cy="251605"/>
          </a:xfrm>
          <a:prstGeom prst="rect">
            <a:avLst/>
          </a:prstGeom>
        </p:spPr>
      </p:pic>
      <p:pic>
        <p:nvPicPr>
          <p:cNvPr id="100" name="Picture 99">
            <a:extLst>
              <a:ext uri="{FF2B5EF4-FFF2-40B4-BE49-F238E27FC236}">
                <a16:creationId xmlns:a16="http://schemas.microsoft.com/office/drawing/2014/main" id="{1CCE5742-9111-9EB4-660E-D91762B11884}"/>
              </a:ext>
            </a:extLst>
          </p:cNvPr>
          <p:cNvPicPr>
            <a:picLocks noChangeAspect="1"/>
          </p:cNvPicPr>
          <p:nvPr/>
        </p:nvPicPr>
        <p:blipFill>
          <a:blip r:embed="rId13"/>
          <a:stretch>
            <a:fillRect/>
          </a:stretch>
        </p:blipFill>
        <p:spPr>
          <a:xfrm>
            <a:off x="15790062" y="7947964"/>
            <a:ext cx="5557072" cy="1798788"/>
          </a:xfrm>
          <a:prstGeom prst="rect">
            <a:avLst/>
          </a:prstGeom>
        </p:spPr>
      </p:pic>
      <p:sp>
        <p:nvSpPr>
          <p:cNvPr id="101" name="Rounded Rectangle 36">
            <a:extLst>
              <a:ext uri="{FF2B5EF4-FFF2-40B4-BE49-F238E27FC236}">
                <a16:creationId xmlns:a16="http://schemas.microsoft.com/office/drawing/2014/main" id="{A5D4170B-3759-58C2-D51A-662A26FA448B}"/>
              </a:ext>
            </a:extLst>
          </p:cNvPr>
          <p:cNvSpPr/>
          <p:nvPr/>
        </p:nvSpPr>
        <p:spPr>
          <a:xfrm>
            <a:off x="936988" y="10121681"/>
            <a:ext cx="3812018" cy="2438132"/>
          </a:xfrm>
          <a:prstGeom prst="rect">
            <a:avLst/>
          </a:prstGeom>
          <a:solidFill>
            <a:srgbClr val="00C159"/>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08000" tIns="48766" rIns="36000" bIns="48766" numCol="1" spcCol="38100" rtlCol="0" anchor="ctr">
            <a:noAutofit/>
          </a:bodyPr>
          <a:lstStyle/>
          <a:p>
            <a:pPr defTabSz="1300480">
              <a:lnSpc>
                <a:spcPct val="90000"/>
              </a:lnSpc>
            </a:pPr>
            <a:r>
              <a:rPr lang="en-GB" sz="2400" b="1" cap="small">
                <a:solidFill>
                  <a:schemeClr val="bg1"/>
                </a:solidFill>
                <a:latin typeface="Figtree" pitchFamily="2" charset="0"/>
                <a:cs typeface="Arial" panose="020B0604020202020204" pitchFamily="34" charset="0"/>
              </a:rPr>
              <a:t>Secured </a:t>
            </a:r>
            <a:br>
              <a:rPr lang="en-GB" sz="2400" b="1" cap="small">
                <a:solidFill>
                  <a:schemeClr val="bg1"/>
                </a:solidFill>
                <a:latin typeface="Figtree" pitchFamily="2" charset="0"/>
                <a:cs typeface="Arial" panose="020B0604020202020204" pitchFamily="34" charset="0"/>
              </a:rPr>
            </a:br>
            <a:r>
              <a:rPr lang="en-GB" sz="3200" b="1" cap="small">
                <a:solidFill>
                  <a:schemeClr val="bg1"/>
                </a:solidFill>
                <a:latin typeface="Figtree" pitchFamily="2" charset="0"/>
                <a:cs typeface="Arial" panose="020B0604020202020204" pitchFamily="34" charset="0"/>
              </a:rPr>
              <a:t>Environmental Licensing</a:t>
            </a:r>
          </a:p>
        </p:txBody>
      </p:sp>
      <p:sp>
        <p:nvSpPr>
          <p:cNvPr id="102" name="Rectangle 101">
            <a:extLst>
              <a:ext uri="{FF2B5EF4-FFF2-40B4-BE49-F238E27FC236}">
                <a16:creationId xmlns:a16="http://schemas.microsoft.com/office/drawing/2014/main" id="{ABC97097-25B9-B1F7-DB66-6B3FA4A0EC39}"/>
              </a:ext>
            </a:extLst>
          </p:cNvPr>
          <p:cNvSpPr>
            <a:spLocks noChangeArrowheads="1"/>
          </p:cNvSpPr>
          <p:nvPr>
            <p:custDataLst>
              <p:tags r:id="rId7"/>
            </p:custDataLst>
          </p:nvPr>
        </p:nvSpPr>
        <p:spPr bwMode="auto">
          <a:xfrm>
            <a:off x="4880479" y="10123013"/>
            <a:ext cx="9184512" cy="2435468"/>
          </a:xfrm>
          <a:prstGeom prst="rect">
            <a:avLst/>
          </a:prstGeom>
          <a:solidFill>
            <a:schemeClr val="bg1">
              <a:lumMod val="95000"/>
            </a:schemeClr>
          </a:solidFill>
          <a:ln>
            <a:noFill/>
          </a:ln>
          <a:effectLst/>
        </p:spPr>
        <p:txBody>
          <a:bodyPr lIns="72000" tIns="45720" rIns="72000" bIns="45720" anchor="ctr"/>
          <a:lstStyle/>
          <a:p>
            <a:pPr lvl="0" defTabSz="1019175">
              <a:lnSpc>
                <a:spcPct val="110000"/>
              </a:lnSpc>
              <a:spcBef>
                <a:spcPts val="200"/>
              </a:spcBef>
              <a:spcAft>
                <a:spcPts val="200"/>
              </a:spcAft>
              <a:defRPr/>
            </a:pPr>
            <a:r>
              <a:rPr lang="en-GB" sz="2400" b="1">
                <a:solidFill>
                  <a:srgbClr val="00C159"/>
                </a:solidFill>
                <a:latin typeface="Figtree" pitchFamily="2" charset="0"/>
              </a:rPr>
              <a:t>Approved environment permit (DIA) for the full campus, </a:t>
            </a:r>
            <a:r>
              <a:rPr lang="en-GB" sz="2400" b="1" err="1">
                <a:solidFill>
                  <a:srgbClr val="00C159"/>
                </a:solidFill>
                <a:latin typeface="Figtree" pitchFamily="2" charset="0"/>
              </a:rPr>
              <a:t>incl</a:t>
            </a:r>
            <a:r>
              <a:rPr lang="en-GB" sz="2400" b="1">
                <a:solidFill>
                  <a:srgbClr val="00C159"/>
                </a:solidFill>
                <a:latin typeface="Figtree" pitchFamily="2" charset="0"/>
              </a:rPr>
              <a:t>: </a:t>
            </a:r>
          </a:p>
          <a:p>
            <a:pPr marL="342900" indent="-342900" defTabSz="1019175">
              <a:lnSpc>
                <a:spcPct val="110000"/>
              </a:lnSpc>
              <a:spcBef>
                <a:spcPts val="200"/>
              </a:spcBef>
              <a:spcAft>
                <a:spcPts val="200"/>
              </a:spcAft>
              <a:buFont typeface="Arial" panose="020B0604020202020204" pitchFamily="34" charset="0"/>
              <a:buChar char="•"/>
              <a:defRPr/>
            </a:pPr>
            <a:r>
              <a:rPr lang="en-GB" sz="2400">
                <a:latin typeface="Figtree" pitchFamily="2" charset="0"/>
              </a:rPr>
              <a:t>6 </a:t>
            </a:r>
            <a:r>
              <a:rPr lang="en-GB" sz="2400" b="1">
                <a:latin typeface="Figtree" pitchFamily="2" charset="0"/>
              </a:rPr>
              <a:t>data center</a:t>
            </a:r>
            <a:r>
              <a:rPr lang="en-GB" sz="2400">
                <a:latin typeface="Figtree" pitchFamily="2" charset="0"/>
              </a:rPr>
              <a:t> buildings</a:t>
            </a:r>
          </a:p>
          <a:p>
            <a:pPr marL="342900" indent="-342900" defTabSz="1019175">
              <a:lnSpc>
                <a:spcPct val="110000"/>
              </a:lnSpc>
              <a:spcBef>
                <a:spcPts val="200"/>
              </a:spcBef>
              <a:spcAft>
                <a:spcPts val="200"/>
              </a:spcAft>
              <a:buFont typeface="Arial" panose="020B0604020202020204" pitchFamily="34" charset="0"/>
              <a:buChar char="•"/>
              <a:defRPr/>
            </a:pPr>
            <a:r>
              <a:rPr lang="en-GB" sz="2400" b="1">
                <a:latin typeface="Figtree" pitchFamily="2" charset="0"/>
              </a:rPr>
              <a:t>400kV substation </a:t>
            </a:r>
            <a:r>
              <a:rPr lang="en-GB" sz="2400">
                <a:latin typeface="Figtree" pitchFamily="2" charset="0"/>
              </a:rPr>
              <a:t>and redundant</a:t>
            </a:r>
            <a:r>
              <a:rPr lang="en-GB" sz="2400" b="1">
                <a:latin typeface="Figtree" pitchFamily="2" charset="0"/>
              </a:rPr>
              <a:t> 400kV lines</a:t>
            </a:r>
          </a:p>
          <a:p>
            <a:pPr marL="342900" indent="-342900" defTabSz="1019175">
              <a:lnSpc>
                <a:spcPct val="110000"/>
              </a:lnSpc>
              <a:spcBef>
                <a:spcPts val="200"/>
              </a:spcBef>
              <a:spcAft>
                <a:spcPts val="200"/>
              </a:spcAft>
              <a:buFont typeface="Arial" panose="020B0604020202020204" pitchFamily="34" charset="0"/>
              <a:buChar char="•"/>
              <a:defRPr/>
            </a:pPr>
            <a:r>
              <a:rPr lang="en-GB" sz="2400">
                <a:latin typeface="Figtree" pitchFamily="2" charset="0"/>
              </a:rPr>
              <a:t>Expansion of </a:t>
            </a:r>
            <a:r>
              <a:rPr lang="en-GB" sz="2400" b="1">
                <a:latin typeface="Figtree" pitchFamily="2" charset="0"/>
              </a:rPr>
              <a:t>seawater infrastructure </a:t>
            </a:r>
            <a:r>
              <a:rPr lang="en-GB" sz="2400">
                <a:latin typeface="Figtree" pitchFamily="2" charset="0"/>
              </a:rPr>
              <a:t>&amp; use rights</a:t>
            </a:r>
          </a:p>
        </p:txBody>
      </p:sp>
      <p:sp>
        <p:nvSpPr>
          <p:cNvPr id="103" name="Rectangle 66">
            <a:extLst>
              <a:ext uri="{FF2B5EF4-FFF2-40B4-BE49-F238E27FC236}">
                <a16:creationId xmlns:a16="http://schemas.microsoft.com/office/drawing/2014/main" id="{B98D1B1E-F861-48B9-F5C4-3C5C5C5EB4C1}"/>
              </a:ext>
            </a:extLst>
          </p:cNvPr>
          <p:cNvSpPr>
            <a:spLocks noChangeArrowheads="1"/>
          </p:cNvSpPr>
          <p:nvPr>
            <p:custDataLst>
              <p:tags r:id="rId8"/>
            </p:custDataLst>
          </p:nvPr>
        </p:nvSpPr>
        <p:spPr bwMode="auto">
          <a:xfrm>
            <a:off x="14190457" y="10123011"/>
            <a:ext cx="8868743" cy="2435468"/>
          </a:xfrm>
          <a:prstGeom prst="rect">
            <a:avLst/>
          </a:prstGeom>
          <a:noFill/>
          <a:ln>
            <a:solidFill>
              <a:srgbClr val="607F53"/>
            </a:solidFill>
            <a:prstDash val="dash"/>
          </a:ln>
          <a:effectLst/>
        </p:spPr>
        <p:txBody>
          <a:bodyPr lIns="72000" tIns="45720" rIns="72000" bIns="45720" anchor="ctr"/>
          <a:lstStyle/>
          <a:p>
            <a:pPr marL="88900" lvl="0" indent="-88900" defTabSz="1019175">
              <a:spcBef>
                <a:spcPts val="200"/>
              </a:spcBef>
              <a:spcAft>
                <a:spcPts val="200"/>
              </a:spcAft>
              <a:buFont typeface="Arial" panose="020B0604020202020204" pitchFamily="34" charset="0"/>
              <a:buChar char="•"/>
              <a:defRPr/>
            </a:pPr>
            <a:endParaRPr lang="en-US" sz="2000">
              <a:latin typeface="Ubuntu" panose="020B0504030602030204" pitchFamily="34" charset="0"/>
            </a:endParaRPr>
          </a:p>
        </p:txBody>
      </p:sp>
      <p:pic>
        <p:nvPicPr>
          <p:cNvPr id="105" name="Graphic 104" descr="Checkmark with solid fill">
            <a:extLst>
              <a:ext uri="{FF2B5EF4-FFF2-40B4-BE49-F238E27FC236}">
                <a16:creationId xmlns:a16="http://schemas.microsoft.com/office/drawing/2014/main" id="{E3D5745D-0D95-386C-7AAF-7B5BB29CF147}"/>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260265" y="3837082"/>
            <a:ext cx="869915" cy="725712"/>
          </a:xfrm>
          <a:prstGeom prst="rect">
            <a:avLst/>
          </a:prstGeom>
        </p:spPr>
      </p:pic>
      <p:pic>
        <p:nvPicPr>
          <p:cNvPr id="106" name="Graphic 105" descr="Checkmark with solid fill">
            <a:extLst>
              <a:ext uri="{FF2B5EF4-FFF2-40B4-BE49-F238E27FC236}">
                <a16:creationId xmlns:a16="http://schemas.microsoft.com/office/drawing/2014/main" id="{53964307-089E-455D-8211-912D7C31EC0C}"/>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260265" y="6247520"/>
            <a:ext cx="869915" cy="725712"/>
          </a:xfrm>
          <a:prstGeom prst="rect">
            <a:avLst/>
          </a:prstGeom>
        </p:spPr>
      </p:pic>
      <p:pic>
        <p:nvPicPr>
          <p:cNvPr id="107" name="Graphic 106" descr="Checkmark with solid fill">
            <a:extLst>
              <a:ext uri="{FF2B5EF4-FFF2-40B4-BE49-F238E27FC236}">
                <a16:creationId xmlns:a16="http://schemas.microsoft.com/office/drawing/2014/main" id="{069AB3CC-EA96-D533-6C0F-B779C79DC348}"/>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260265" y="10977891"/>
            <a:ext cx="869915" cy="725712"/>
          </a:xfrm>
          <a:prstGeom prst="rect">
            <a:avLst/>
          </a:prstGeom>
        </p:spPr>
      </p:pic>
      <p:pic>
        <p:nvPicPr>
          <p:cNvPr id="108" name="Graphic 107" descr="Checkmark with solid fill">
            <a:extLst>
              <a:ext uri="{FF2B5EF4-FFF2-40B4-BE49-F238E27FC236}">
                <a16:creationId xmlns:a16="http://schemas.microsoft.com/office/drawing/2014/main" id="{C8558CF9-93A4-524A-3783-AD270CEDD8B1}"/>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260265" y="8489560"/>
            <a:ext cx="869915" cy="725712"/>
          </a:xfrm>
          <a:prstGeom prst="rect">
            <a:avLst/>
          </a:prstGeom>
        </p:spPr>
      </p:pic>
      <p:pic>
        <p:nvPicPr>
          <p:cNvPr id="114" name="Picture 113">
            <a:extLst>
              <a:ext uri="{FF2B5EF4-FFF2-40B4-BE49-F238E27FC236}">
                <a16:creationId xmlns:a16="http://schemas.microsoft.com/office/drawing/2014/main" id="{E1830D75-C06D-74ED-A636-92FAE7AC803D}"/>
              </a:ext>
            </a:extLst>
          </p:cNvPr>
          <p:cNvPicPr>
            <a:picLocks noChangeAspect="1"/>
          </p:cNvPicPr>
          <p:nvPr/>
        </p:nvPicPr>
        <p:blipFill>
          <a:blip r:embed="rId15" cstate="email">
            <a:extLst>
              <a:ext uri="{28A0092B-C50C-407E-A947-70E740481C1C}">
                <a14:useLocalDpi xmlns:a14="http://schemas.microsoft.com/office/drawing/2010/main"/>
              </a:ext>
            </a:extLst>
          </a:blip>
          <a:srcRect/>
          <a:stretch/>
        </p:blipFill>
        <p:spPr>
          <a:xfrm>
            <a:off x="14367211" y="10215281"/>
            <a:ext cx="4390910" cy="2250928"/>
          </a:xfrm>
          <a:prstGeom prst="rect">
            <a:avLst/>
          </a:prstGeom>
        </p:spPr>
      </p:pic>
      <p:pic>
        <p:nvPicPr>
          <p:cNvPr id="1026" name="Picture 2">
            <a:extLst>
              <a:ext uri="{FF2B5EF4-FFF2-40B4-BE49-F238E27FC236}">
                <a16:creationId xmlns:a16="http://schemas.microsoft.com/office/drawing/2014/main" id="{DBDD2221-298F-8252-3C50-B3E250D8482E}"/>
              </a:ext>
            </a:extLst>
          </p:cNvPr>
          <p:cNvPicPr>
            <a:picLocks noChangeAspect="1" noChangeArrowheads="1"/>
          </p:cNvPicPr>
          <p:nvPr/>
        </p:nvPicPr>
        <p:blipFill>
          <a:blip r:embed="rId16" cstate="email">
            <a:extLst>
              <a:ext uri="{28A0092B-C50C-407E-A947-70E740481C1C}">
                <a14:useLocalDpi xmlns:a14="http://schemas.microsoft.com/office/drawing/2010/main"/>
              </a:ext>
            </a:extLst>
          </a:blip>
          <a:srcRect/>
          <a:stretch>
            <a:fillRect/>
          </a:stretch>
        </p:blipFill>
        <p:spPr bwMode="auto">
          <a:xfrm>
            <a:off x="18883587" y="10215281"/>
            <a:ext cx="4017206" cy="22509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26602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FE58A-36BA-0F50-2135-E0EF6A7B5A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8A89C7-6936-09A1-3D81-5E1AE35307CA}"/>
              </a:ext>
            </a:extLst>
          </p:cNvPr>
          <p:cNvSpPr>
            <a:spLocks noGrp="1"/>
          </p:cNvSpPr>
          <p:nvPr>
            <p:ph type="title"/>
          </p:nvPr>
        </p:nvSpPr>
        <p:spPr>
          <a:xfrm>
            <a:off x="1021994" y="736599"/>
            <a:ext cx="22268928" cy="1653786"/>
          </a:xfrm>
        </p:spPr>
        <p:txBody>
          <a:bodyPr/>
          <a:lstStyle/>
          <a:p>
            <a:r>
              <a:rPr lang="en-US"/>
              <a:t>What Sets Us Apart | </a:t>
            </a:r>
            <a:r>
              <a:rPr lang="en-US">
                <a:solidFill>
                  <a:schemeClr val="tx1"/>
                </a:solidFill>
              </a:rPr>
              <a:t>Start Campus is perfectly positioned to support the rapid growth of AI in Europe</a:t>
            </a:r>
            <a:endParaRPr lang="en-GB">
              <a:solidFill>
                <a:schemeClr val="tx1"/>
              </a:solidFill>
            </a:endParaRPr>
          </a:p>
        </p:txBody>
      </p:sp>
      <p:sp>
        <p:nvSpPr>
          <p:cNvPr id="5" name="Slide Number Placeholder 4">
            <a:extLst>
              <a:ext uri="{FF2B5EF4-FFF2-40B4-BE49-F238E27FC236}">
                <a16:creationId xmlns:a16="http://schemas.microsoft.com/office/drawing/2014/main" id="{5A0B9161-DA99-23A7-5919-68BC0195AF63}"/>
              </a:ext>
            </a:extLst>
          </p:cNvPr>
          <p:cNvSpPr>
            <a:spLocks noGrp="1"/>
          </p:cNvSpPr>
          <p:nvPr>
            <p:ph type="sldNum" sz="quarter" idx="12"/>
          </p:nvPr>
        </p:nvSpPr>
        <p:spPr/>
        <p:txBody>
          <a:bodyPr/>
          <a:lstStyle/>
          <a:p>
            <a:fld id="{5F99CA44-E461-4342-8946-62027848508A}" type="slidenum">
              <a:rPr lang="en-PT" smtClean="0"/>
              <a:pPr/>
              <a:t>5</a:t>
            </a:fld>
            <a:endParaRPr lang="en-PT"/>
          </a:p>
        </p:txBody>
      </p:sp>
      <p:pic>
        <p:nvPicPr>
          <p:cNvPr id="7" name="Picture 6" descr="An aerial view of a large building&#10;&#10;AI-generated content may be incorrect.">
            <a:extLst>
              <a:ext uri="{FF2B5EF4-FFF2-40B4-BE49-F238E27FC236}">
                <a16:creationId xmlns:a16="http://schemas.microsoft.com/office/drawing/2014/main" id="{3303F535-9B2C-AE3B-2EA4-B737123C93CD}"/>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1021994" y="4131813"/>
            <a:ext cx="11775687" cy="6768241"/>
          </a:xfrm>
          <a:prstGeom prst="rect">
            <a:avLst/>
          </a:prstGeom>
        </p:spPr>
      </p:pic>
      <p:grpSp>
        <p:nvGrpSpPr>
          <p:cNvPr id="8" name="Group 7">
            <a:extLst>
              <a:ext uri="{FF2B5EF4-FFF2-40B4-BE49-F238E27FC236}">
                <a16:creationId xmlns:a16="http://schemas.microsoft.com/office/drawing/2014/main" id="{2CFD0811-C1B1-AD28-A762-A0AC05FE41B0}"/>
              </a:ext>
            </a:extLst>
          </p:cNvPr>
          <p:cNvGrpSpPr/>
          <p:nvPr/>
        </p:nvGrpSpPr>
        <p:grpSpPr>
          <a:xfrm>
            <a:off x="11955101" y="5005128"/>
            <a:ext cx="11318238" cy="6111158"/>
            <a:chOff x="3794444" y="2525542"/>
            <a:chExt cx="5659119" cy="3055579"/>
          </a:xfrm>
        </p:grpSpPr>
        <p:sp>
          <p:nvSpPr>
            <p:cNvPr id="9" name="Rectangle 8">
              <a:extLst>
                <a:ext uri="{FF2B5EF4-FFF2-40B4-BE49-F238E27FC236}">
                  <a16:creationId xmlns:a16="http://schemas.microsoft.com/office/drawing/2014/main" id="{EB1D33F4-F64E-1288-375E-5C8EE4D09644}"/>
                </a:ext>
              </a:extLst>
            </p:cNvPr>
            <p:cNvSpPr/>
            <p:nvPr/>
          </p:nvSpPr>
          <p:spPr>
            <a:xfrm>
              <a:off x="3794444" y="3050432"/>
              <a:ext cx="5659119" cy="431129"/>
            </a:xfrm>
            <a:prstGeom prst="rect">
              <a:avLst/>
            </a:prstGeom>
            <a:solidFill>
              <a:schemeClr val="bg1"/>
            </a:solidFill>
            <a:ln>
              <a:noFill/>
            </a:ln>
            <a:effectLst>
              <a:outerShdw dist="38100" dir="2700000" algn="tl" rotWithShape="0">
                <a:srgbClr val="00C159"/>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914400"/>
              <a:r>
                <a:rPr lang="en-US" sz="2400">
                  <a:solidFill>
                    <a:srgbClr val="00C159"/>
                  </a:solidFill>
                  <a:latin typeface="Figtree" pitchFamily="2" charset="0"/>
                </a:rPr>
                <a:t>Flexible infrastructure</a:t>
              </a:r>
              <a:r>
                <a:rPr lang="en-US" sz="2400">
                  <a:solidFill>
                    <a:prstClr val="black"/>
                  </a:solidFill>
                  <a:latin typeface="Figtree" pitchFamily="2" charset="0"/>
                </a:rPr>
                <a:t>, able to accommodate increasing rack densities</a:t>
              </a:r>
            </a:p>
          </p:txBody>
        </p:sp>
        <p:sp>
          <p:nvSpPr>
            <p:cNvPr id="10" name="Rectangle 9">
              <a:extLst>
                <a:ext uri="{FF2B5EF4-FFF2-40B4-BE49-F238E27FC236}">
                  <a16:creationId xmlns:a16="http://schemas.microsoft.com/office/drawing/2014/main" id="{FFE2C753-A080-907D-AFC8-082CFF1CA616}"/>
                </a:ext>
              </a:extLst>
            </p:cNvPr>
            <p:cNvSpPr/>
            <p:nvPr/>
          </p:nvSpPr>
          <p:spPr>
            <a:xfrm>
              <a:off x="3794444" y="2525542"/>
              <a:ext cx="5659119" cy="431129"/>
            </a:xfrm>
            <a:prstGeom prst="rect">
              <a:avLst/>
            </a:prstGeom>
            <a:solidFill>
              <a:schemeClr val="bg1"/>
            </a:solidFill>
            <a:ln>
              <a:noFill/>
            </a:ln>
            <a:effectLst>
              <a:outerShdw dist="38100" dir="2700000" algn="tl" rotWithShape="0">
                <a:srgbClr val="00C159"/>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914400"/>
              <a:r>
                <a:rPr lang="en-US" sz="2400">
                  <a:solidFill>
                    <a:srgbClr val="00C159"/>
                  </a:solidFill>
                  <a:latin typeface="Figtree" pitchFamily="2" charset="0"/>
                </a:rPr>
                <a:t>Time-to-market</a:t>
              </a:r>
              <a:r>
                <a:rPr lang="en-US" sz="2400">
                  <a:solidFill>
                    <a:prstClr val="black"/>
                  </a:solidFill>
                  <a:latin typeface="Figtree" pitchFamily="2" charset="0"/>
                </a:rPr>
                <a:t>, able to deliver 180MW in 2027</a:t>
              </a:r>
              <a:endParaRPr lang="en-GB" sz="2400">
                <a:solidFill>
                  <a:prstClr val="black"/>
                </a:solidFill>
                <a:latin typeface="Figtree" pitchFamily="2" charset="0"/>
              </a:endParaRPr>
            </a:p>
          </p:txBody>
        </p:sp>
        <p:sp>
          <p:nvSpPr>
            <p:cNvPr id="11" name="Rectangle 10">
              <a:extLst>
                <a:ext uri="{FF2B5EF4-FFF2-40B4-BE49-F238E27FC236}">
                  <a16:creationId xmlns:a16="http://schemas.microsoft.com/office/drawing/2014/main" id="{99E2F115-7770-C2D3-B63A-C30D7A2BAA84}"/>
                </a:ext>
              </a:extLst>
            </p:cNvPr>
            <p:cNvSpPr/>
            <p:nvPr/>
          </p:nvSpPr>
          <p:spPr>
            <a:xfrm>
              <a:off x="3794444" y="4625102"/>
              <a:ext cx="5659119" cy="431129"/>
            </a:xfrm>
            <a:prstGeom prst="rect">
              <a:avLst/>
            </a:prstGeom>
            <a:solidFill>
              <a:schemeClr val="bg1"/>
            </a:solidFill>
            <a:ln>
              <a:noFill/>
            </a:ln>
            <a:effectLst>
              <a:outerShdw dist="38100" dir="2700000" algn="tl" rotWithShape="0">
                <a:srgbClr val="00C159"/>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914400"/>
              <a:r>
                <a:rPr lang="en-US" sz="2400">
                  <a:solidFill>
                    <a:srgbClr val="00C159"/>
                  </a:solidFill>
                  <a:latin typeface="Figtree" pitchFamily="2" charset="0"/>
                </a:rPr>
                <a:t>Ultra-low latencies</a:t>
              </a:r>
              <a:r>
                <a:rPr lang="en-US" sz="2400">
                  <a:solidFill>
                    <a:prstClr val="black"/>
                  </a:solidFill>
                  <a:latin typeface="Figtree" pitchFamily="2" charset="0"/>
                </a:rPr>
                <a:t>, to Europe and beyond </a:t>
              </a:r>
              <a:endParaRPr lang="en-GB" sz="2400">
                <a:solidFill>
                  <a:prstClr val="black"/>
                </a:solidFill>
                <a:latin typeface="Figtree" pitchFamily="2" charset="0"/>
              </a:endParaRPr>
            </a:p>
          </p:txBody>
        </p:sp>
        <p:sp>
          <p:nvSpPr>
            <p:cNvPr id="12" name="Rectangle 11">
              <a:extLst>
                <a:ext uri="{FF2B5EF4-FFF2-40B4-BE49-F238E27FC236}">
                  <a16:creationId xmlns:a16="http://schemas.microsoft.com/office/drawing/2014/main" id="{A00C0A30-C3D7-F38B-2123-C05A55E2B59C}"/>
                </a:ext>
              </a:extLst>
            </p:cNvPr>
            <p:cNvSpPr/>
            <p:nvPr/>
          </p:nvSpPr>
          <p:spPr>
            <a:xfrm>
              <a:off x="3794444" y="5149992"/>
              <a:ext cx="5659119" cy="431129"/>
            </a:xfrm>
            <a:prstGeom prst="rect">
              <a:avLst/>
            </a:prstGeom>
            <a:solidFill>
              <a:schemeClr val="bg1"/>
            </a:solidFill>
            <a:ln>
              <a:noFill/>
            </a:ln>
            <a:effectLst>
              <a:outerShdw dist="38100" dir="2700000" algn="tl" rotWithShape="0">
                <a:srgbClr val="00C159"/>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914400"/>
              <a:r>
                <a:rPr lang="en-US" sz="2400">
                  <a:solidFill>
                    <a:srgbClr val="00C159"/>
                  </a:solidFill>
                  <a:latin typeface="Figtree" pitchFamily="2" charset="0"/>
                </a:rPr>
                <a:t>Efficient and sustainable operations</a:t>
              </a:r>
              <a:r>
                <a:rPr lang="en-US" sz="2400">
                  <a:solidFill>
                    <a:prstClr val="black"/>
                  </a:solidFill>
                  <a:latin typeface="Figtree" pitchFamily="2" charset="0"/>
                </a:rPr>
                <a:t>, with seawater cooling and renewable power</a:t>
              </a:r>
              <a:endParaRPr lang="en-GB" sz="2400">
                <a:solidFill>
                  <a:prstClr val="black"/>
                </a:solidFill>
                <a:latin typeface="Figtree" pitchFamily="2" charset="0"/>
              </a:endParaRPr>
            </a:p>
          </p:txBody>
        </p:sp>
        <p:sp>
          <p:nvSpPr>
            <p:cNvPr id="13" name="Rectangle 12">
              <a:extLst>
                <a:ext uri="{FF2B5EF4-FFF2-40B4-BE49-F238E27FC236}">
                  <a16:creationId xmlns:a16="http://schemas.microsoft.com/office/drawing/2014/main" id="{6F3FC650-892B-8BC6-28FD-8C66CC63946B}"/>
                </a:ext>
              </a:extLst>
            </p:cNvPr>
            <p:cNvSpPr/>
            <p:nvPr/>
          </p:nvSpPr>
          <p:spPr>
            <a:xfrm>
              <a:off x="3794444" y="3575322"/>
              <a:ext cx="5659119" cy="431129"/>
            </a:xfrm>
            <a:prstGeom prst="rect">
              <a:avLst/>
            </a:prstGeom>
            <a:solidFill>
              <a:schemeClr val="bg1"/>
            </a:solidFill>
            <a:ln>
              <a:noFill/>
            </a:ln>
            <a:effectLst>
              <a:outerShdw dist="38100" dir="2700000" algn="tl" rotWithShape="0">
                <a:srgbClr val="00C159"/>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914400"/>
              <a:r>
                <a:rPr lang="en-US" sz="2400">
                  <a:solidFill>
                    <a:srgbClr val="00C159"/>
                  </a:solidFill>
                  <a:latin typeface="Figtree" pitchFamily="2" charset="0"/>
                </a:rPr>
                <a:t>World-class team</a:t>
              </a:r>
              <a:r>
                <a:rPr lang="en-US" sz="2400">
                  <a:solidFill>
                    <a:prstClr val="black"/>
                  </a:solidFill>
                  <a:latin typeface="Figtree" pitchFamily="2" charset="0"/>
                </a:rPr>
                <a:t>, with experience delivering and operating high-density capacity</a:t>
              </a:r>
              <a:endParaRPr lang="en-GB" sz="2400">
                <a:solidFill>
                  <a:prstClr val="black"/>
                </a:solidFill>
                <a:latin typeface="Figtree" pitchFamily="2" charset="0"/>
              </a:endParaRPr>
            </a:p>
          </p:txBody>
        </p:sp>
        <p:sp>
          <p:nvSpPr>
            <p:cNvPr id="14" name="Rectangle 13">
              <a:extLst>
                <a:ext uri="{FF2B5EF4-FFF2-40B4-BE49-F238E27FC236}">
                  <a16:creationId xmlns:a16="http://schemas.microsoft.com/office/drawing/2014/main" id="{3DF18D24-3816-B0DF-C7F6-E73ED23CFC64}"/>
                </a:ext>
              </a:extLst>
            </p:cNvPr>
            <p:cNvSpPr/>
            <p:nvPr/>
          </p:nvSpPr>
          <p:spPr>
            <a:xfrm>
              <a:off x="3794444" y="4100212"/>
              <a:ext cx="5659119" cy="431129"/>
            </a:xfrm>
            <a:prstGeom prst="rect">
              <a:avLst/>
            </a:prstGeom>
            <a:solidFill>
              <a:schemeClr val="bg1"/>
            </a:solidFill>
            <a:ln>
              <a:noFill/>
            </a:ln>
            <a:effectLst>
              <a:outerShdw dist="38100" dir="2700000" algn="tl" rotWithShape="0">
                <a:srgbClr val="00C159"/>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914400"/>
              <a:r>
                <a:rPr lang="en-US" sz="2400">
                  <a:solidFill>
                    <a:srgbClr val="00C159"/>
                  </a:solidFill>
                  <a:latin typeface="Figtree" pitchFamily="2" charset="0"/>
                </a:rPr>
                <a:t>Full turnkey solution, </a:t>
              </a:r>
              <a:r>
                <a:rPr lang="en-US" sz="2400">
                  <a:solidFill>
                    <a:prstClr val="black"/>
                  </a:solidFill>
                  <a:latin typeface="Figtree" pitchFamily="2" charset="0"/>
                </a:rPr>
                <a:t>incl. project, design and construction management</a:t>
              </a:r>
              <a:endParaRPr lang="en-GB" sz="2400">
                <a:solidFill>
                  <a:prstClr val="black"/>
                </a:solidFill>
                <a:latin typeface="Figtree" pitchFamily="2" charset="0"/>
              </a:endParaRPr>
            </a:p>
          </p:txBody>
        </p:sp>
      </p:grpSp>
      <p:sp>
        <p:nvSpPr>
          <p:cNvPr id="3" name="Rectangle 2">
            <a:extLst>
              <a:ext uri="{FF2B5EF4-FFF2-40B4-BE49-F238E27FC236}">
                <a16:creationId xmlns:a16="http://schemas.microsoft.com/office/drawing/2014/main" id="{5578D1E5-D676-BFA9-D8C2-D2E3C9B7D888}"/>
              </a:ext>
            </a:extLst>
          </p:cNvPr>
          <p:cNvSpPr/>
          <p:nvPr/>
        </p:nvSpPr>
        <p:spPr>
          <a:xfrm>
            <a:off x="11955101" y="4001544"/>
            <a:ext cx="11318238" cy="862258"/>
          </a:xfrm>
          <a:prstGeom prst="rect">
            <a:avLst/>
          </a:prstGeom>
          <a:solidFill>
            <a:schemeClr val="bg1"/>
          </a:solidFill>
          <a:ln>
            <a:noFill/>
          </a:ln>
          <a:effectLst>
            <a:outerShdw dist="38100" dir="2700000" algn="tl" rotWithShape="0">
              <a:srgbClr val="00C159"/>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914400"/>
            <a:r>
              <a:rPr lang="en-US" sz="2400">
                <a:solidFill>
                  <a:srgbClr val="00C159"/>
                </a:solidFill>
                <a:latin typeface="Figtree" pitchFamily="2" charset="0"/>
              </a:rPr>
              <a:t>Scalability</a:t>
            </a:r>
            <a:r>
              <a:rPr lang="en-US" sz="2400">
                <a:solidFill>
                  <a:prstClr val="black"/>
                </a:solidFill>
                <a:latin typeface="Figtree" pitchFamily="2" charset="0"/>
              </a:rPr>
              <a:t>, able to deliver 1.2GW in a single campus</a:t>
            </a:r>
            <a:endParaRPr lang="en-GB" sz="2400">
              <a:solidFill>
                <a:prstClr val="black"/>
              </a:solidFill>
              <a:latin typeface="Figtree" pitchFamily="2" charset="0"/>
            </a:endParaRPr>
          </a:p>
        </p:txBody>
      </p:sp>
      <p:sp>
        <p:nvSpPr>
          <p:cNvPr id="17" name="Text Placeholder 16">
            <a:extLst>
              <a:ext uri="{FF2B5EF4-FFF2-40B4-BE49-F238E27FC236}">
                <a16:creationId xmlns:a16="http://schemas.microsoft.com/office/drawing/2014/main" id="{709512EC-C8F7-D519-0499-12D2B7CA7F19}"/>
              </a:ext>
            </a:extLst>
          </p:cNvPr>
          <p:cNvSpPr>
            <a:spLocks noGrp="1"/>
          </p:cNvSpPr>
          <p:nvPr>
            <p:ph type="body" idx="10"/>
          </p:nvPr>
        </p:nvSpPr>
        <p:spPr/>
        <p:txBody>
          <a:bodyPr/>
          <a:lstStyle/>
          <a:p>
            <a:endParaRPr lang="en-GB"/>
          </a:p>
        </p:txBody>
      </p:sp>
    </p:spTree>
    <p:extLst>
      <p:ext uri="{BB962C8B-B14F-4D97-AF65-F5344CB8AC3E}">
        <p14:creationId xmlns:p14="http://schemas.microsoft.com/office/powerpoint/2010/main" val="30570015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3C534-B5C7-A98B-4258-95ED73D60DD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83647C9-6099-8DCB-DEA8-67B570EADD3C}"/>
              </a:ext>
            </a:extLst>
          </p:cNvPr>
          <p:cNvSpPr>
            <a:spLocks noGrp="1"/>
          </p:cNvSpPr>
          <p:nvPr>
            <p:ph type="ctrTitle"/>
          </p:nvPr>
        </p:nvSpPr>
        <p:spPr>
          <a:xfrm>
            <a:off x="1660850" y="7779347"/>
            <a:ext cx="14267408" cy="3600986"/>
          </a:xfrm>
        </p:spPr>
        <p:txBody>
          <a:bodyPr anchor="b"/>
          <a:lstStyle/>
          <a:p>
            <a:r>
              <a:rPr lang="en-US" sz="10000"/>
              <a:t>Appendix: </a:t>
            </a:r>
            <a:br>
              <a:rPr lang="en-US" sz="10000"/>
            </a:br>
            <a:r>
              <a:rPr lang="en-US" sz="8000" i="1"/>
              <a:t>An unmatched power, cooling and connectivity advantage</a:t>
            </a:r>
          </a:p>
        </p:txBody>
      </p:sp>
      <p:pic>
        <p:nvPicPr>
          <p:cNvPr id="16" name="Picture Placeholder 15" descr="A large white machine with blue and red hoses&#10;&#10;AI-generated content may be incorrect.">
            <a:extLst>
              <a:ext uri="{FF2B5EF4-FFF2-40B4-BE49-F238E27FC236}">
                <a16:creationId xmlns:a16="http://schemas.microsoft.com/office/drawing/2014/main" id="{9AD93841-45F1-9C6D-9B63-1434A91DE44B}"/>
              </a:ext>
            </a:extLst>
          </p:cNvPr>
          <p:cNvPicPr>
            <a:picLocks noGrp="1" noChangeAspect="1"/>
          </p:cNvPicPr>
          <p:nvPr>
            <p:ph type="pic" sz="quarter" idx="13"/>
          </p:nvPr>
        </p:nvPicPr>
        <p:blipFill>
          <a:blip r:embed="rId2" cstate="email">
            <a:extLst>
              <a:ext uri="{28A0092B-C50C-407E-A947-70E740481C1C}">
                <a14:useLocalDpi xmlns:a14="http://schemas.microsoft.com/office/drawing/2010/main"/>
              </a:ext>
            </a:extLst>
          </a:blip>
          <a:srcRect/>
          <a:stretch>
            <a:fillRect/>
          </a:stretch>
        </p:blipFill>
        <p:spPr/>
      </p:pic>
    </p:spTree>
    <p:extLst>
      <p:ext uri="{BB962C8B-B14F-4D97-AF65-F5344CB8AC3E}">
        <p14:creationId xmlns:p14="http://schemas.microsoft.com/office/powerpoint/2010/main" val="17664820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1D704-5C9D-460E-276E-30FA4C383835}"/>
              </a:ext>
            </a:extLst>
          </p:cNvPr>
          <p:cNvSpPr>
            <a:spLocks noGrp="1"/>
          </p:cNvSpPr>
          <p:nvPr>
            <p:ph type="title"/>
          </p:nvPr>
        </p:nvSpPr>
        <p:spPr>
          <a:xfrm>
            <a:off x="1023948" y="736599"/>
            <a:ext cx="22268928" cy="1653786"/>
          </a:xfrm>
        </p:spPr>
        <p:txBody>
          <a:bodyPr/>
          <a:lstStyle/>
          <a:p>
            <a:r>
              <a:rPr lang="en-US">
                <a:solidFill>
                  <a:schemeClr val="tx1"/>
                </a:solidFill>
              </a:rPr>
              <a:t>Scaling with </a:t>
            </a:r>
            <a:r>
              <a:rPr lang="en-US">
                <a:solidFill>
                  <a:srgbClr val="00C159"/>
                </a:solidFill>
              </a:rPr>
              <a:t>c. 1.5 GVA</a:t>
            </a:r>
            <a:r>
              <a:rPr lang="en-US">
                <a:solidFill>
                  <a:schemeClr val="tx1"/>
                </a:solidFill>
              </a:rPr>
              <a:t> of grid access </a:t>
            </a:r>
            <a:r>
              <a:rPr lang="en-US">
                <a:solidFill>
                  <a:srgbClr val="00C159"/>
                </a:solidFill>
              </a:rPr>
              <a:t>fully secured</a:t>
            </a:r>
            <a:br>
              <a:rPr lang="en-US">
                <a:solidFill>
                  <a:schemeClr val="tx1"/>
                </a:solidFill>
              </a:rPr>
            </a:br>
            <a:endParaRPr lang="en-GB">
              <a:solidFill>
                <a:schemeClr val="tx1"/>
              </a:solidFill>
            </a:endParaRPr>
          </a:p>
        </p:txBody>
      </p:sp>
      <p:sp>
        <p:nvSpPr>
          <p:cNvPr id="5" name="Slide Number Placeholder 4">
            <a:extLst>
              <a:ext uri="{FF2B5EF4-FFF2-40B4-BE49-F238E27FC236}">
                <a16:creationId xmlns:a16="http://schemas.microsoft.com/office/drawing/2014/main" id="{378D4A39-79D4-B1E9-169E-21F1EA9A3D4E}"/>
              </a:ext>
            </a:extLst>
          </p:cNvPr>
          <p:cNvSpPr>
            <a:spLocks noGrp="1"/>
          </p:cNvSpPr>
          <p:nvPr>
            <p:ph type="sldNum" sz="quarter" idx="12"/>
          </p:nvPr>
        </p:nvSpPr>
        <p:spPr/>
        <p:txBody>
          <a:bodyPr/>
          <a:lstStyle/>
          <a:p>
            <a:fld id="{5F99CA44-E461-4342-8946-62027848508A}" type="slidenum">
              <a:rPr lang="en-PT" smtClean="0"/>
              <a:pPr/>
              <a:t>7</a:t>
            </a:fld>
            <a:endParaRPr lang="en-PT"/>
          </a:p>
        </p:txBody>
      </p:sp>
      <p:sp>
        <p:nvSpPr>
          <p:cNvPr id="6" name="Text Placeholder 5">
            <a:extLst>
              <a:ext uri="{FF2B5EF4-FFF2-40B4-BE49-F238E27FC236}">
                <a16:creationId xmlns:a16="http://schemas.microsoft.com/office/drawing/2014/main" id="{F2BF74A2-4176-CD37-0050-965317FF3DCA}"/>
              </a:ext>
            </a:extLst>
          </p:cNvPr>
          <p:cNvSpPr>
            <a:spLocks noGrp="1"/>
          </p:cNvSpPr>
          <p:nvPr>
            <p:ph type="body" idx="10"/>
          </p:nvPr>
        </p:nvSpPr>
        <p:spPr>
          <a:xfrm>
            <a:off x="3841763" y="12820828"/>
            <a:ext cx="17769730" cy="338554"/>
          </a:xfrm>
        </p:spPr>
        <p:txBody>
          <a:bodyPr/>
          <a:lstStyle/>
          <a:p>
            <a:pPr>
              <a:lnSpc>
                <a:spcPct val="100000"/>
              </a:lnSpc>
              <a:spcBef>
                <a:spcPts val="0"/>
              </a:spcBef>
            </a:pPr>
            <a:r>
              <a:rPr lang="en-US"/>
              <a:t>Note: representation of incremental grid capacity secured for SIN02-06 (936 MVA), in addition to the 500 MVA previously secured for SIN02-06; grid capacity for SIN01 separately already secured; all capacity subject to conformity to power draw schedule agreed with REN</a:t>
            </a:r>
          </a:p>
        </p:txBody>
      </p:sp>
      <p:sp>
        <p:nvSpPr>
          <p:cNvPr id="7" name="Rectangle 6">
            <a:extLst>
              <a:ext uri="{FF2B5EF4-FFF2-40B4-BE49-F238E27FC236}">
                <a16:creationId xmlns:a16="http://schemas.microsoft.com/office/drawing/2014/main" id="{EBE2B59B-4B93-91A0-0B12-6AA91A908C8C}"/>
              </a:ext>
            </a:extLst>
          </p:cNvPr>
          <p:cNvSpPr/>
          <p:nvPr/>
        </p:nvSpPr>
        <p:spPr>
          <a:xfrm>
            <a:off x="52755" y="8210980"/>
            <a:ext cx="10154521" cy="216000"/>
          </a:xfrm>
          <a:prstGeom prst="rect">
            <a:avLst/>
          </a:prstGeom>
          <a:gradFill>
            <a:gsLst>
              <a:gs pos="100000">
                <a:schemeClr val="bg1"/>
              </a:gs>
              <a:gs pos="74000">
                <a:srgbClr val="E6B380"/>
              </a:gs>
              <a:gs pos="0">
                <a:srgbClr val="CC6600"/>
              </a:gs>
            </a:gsLst>
            <a:lin ang="10800000" scaled="0"/>
          </a:gra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7532" tIns="97532" rIns="97532" bIns="97532" numCol="1" spcCol="38100" rtlCol="0" anchor="ctr">
            <a:spAutoFit/>
          </a:bodyPr>
          <a:lstStyle/>
          <a:p>
            <a:pPr defTabSz="2600960" hangingPunct="0"/>
            <a:endParaRPr lang="en-PT" sz="4800" kern="0">
              <a:solidFill>
                <a:srgbClr val="000000"/>
              </a:solidFill>
              <a:latin typeface="Helvetica"/>
              <a:cs typeface="Helvetica"/>
              <a:sym typeface="Helvetica"/>
            </a:endParaRPr>
          </a:p>
        </p:txBody>
      </p:sp>
      <p:cxnSp>
        <p:nvCxnSpPr>
          <p:cNvPr id="8" name="Straight Connector 7">
            <a:extLst>
              <a:ext uri="{FF2B5EF4-FFF2-40B4-BE49-F238E27FC236}">
                <a16:creationId xmlns:a16="http://schemas.microsoft.com/office/drawing/2014/main" id="{2CB5842D-EAC0-2537-B22C-6DECC1A68F3C}"/>
              </a:ext>
            </a:extLst>
          </p:cNvPr>
          <p:cNvCxnSpPr>
            <a:cxnSpLocks/>
          </p:cNvCxnSpPr>
          <p:nvPr/>
        </p:nvCxnSpPr>
        <p:spPr>
          <a:xfrm>
            <a:off x="10580066" y="8731644"/>
            <a:ext cx="0" cy="1094815"/>
          </a:xfrm>
          <a:prstGeom prst="line">
            <a:avLst/>
          </a:prstGeom>
          <a:noFill/>
          <a:ln w="57150" cap="flat">
            <a:solidFill>
              <a:srgbClr val="12BD64"/>
            </a:solidFill>
            <a:prstDash val="sysDash"/>
            <a:round/>
          </a:ln>
          <a:effectLst/>
          <a:sp3d/>
        </p:spPr>
        <p:style>
          <a:lnRef idx="0">
            <a:scrgbClr r="0" g="0" b="0"/>
          </a:lnRef>
          <a:fillRef idx="0">
            <a:scrgbClr r="0" g="0" b="0"/>
          </a:fillRef>
          <a:effectRef idx="0">
            <a:scrgbClr r="0" g="0" b="0"/>
          </a:effectRef>
          <a:fontRef idx="none"/>
        </p:style>
      </p:cxnSp>
      <p:sp>
        <p:nvSpPr>
          <p:cNvPr id="9" name="Rounded Rectangle 18">
            <a:extLst>
              <a:ext uri="{FF2B5EF4-FFF2-40B4-BE49-F238E27FC236}">
                <a16:creationId xmlns:a16="http://schemas.microsoft.com/office/drawing/2014/main" id="{7029A8E5-51E6-DD5D-D6E8-22C98556FE94}"/>
              </a:ext>
            </a:extLst>
          </p:cNvPr>
          <p:cNvSpPr/>
          <p:nvPr/>
        </p:nvSpPr>
        <p:spPr>
          <a:xfrm>
            <a:off x="991034" y="2529184"/>
            <a:ext cx="8096251" cy="720000"/>
          </a:xfrm>
          <a:prstGeom prst="roundRect">
            <a:avLst/>
          </a:prstGeom>
          <a:solidFill>
            <a:schemeClr val="accent2">
              <a:lumMod val="7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2000" tIns="97532" rIns="72000" bIns="97532" numCol="1" spcCol="38100" rtlCol="0" anchor="ctr">
            <a:noAutofit/>
          </a:bodyPr>
          <a:lstStyle/>
          <a:p>
            <a:pPr algn="ctr" defTabSz="2600960" hangingPunct="0">
              <a:lnSpc>
                <a:spcPct val="90000"/>
              </a:lnSpc>
            </a:pPr>
            <a:r>
              <a:rPr lang="en-GB" sz="2200" b="1" kern="0" cap="small">
                <a:solidFill>
                  <a:schemeClr val="bg1"/>
                </a:solidFill>
                <a:latin typeface="Figtree" pitchFamily="2" charset="0"/>
                <a:cs typeface="Arial" panose="020B0604020202020204" pitchFamily="34" charset="0"/>
                <a:sym typeface="Helvetica"/>
              </a:rPr>
              <a:t>Grid access </a:t>
            </a:r>
            <a:br>
              <a:rPr lang="en-GB" sz="2200" b="1" kern="0" cap="small">
                <a:solidFill>
                  <a:schemeClr val="bg1"/>
                </a:solidFill>
                <a:latin typeface="Figtree" pitchFamily="2" charset="0"/>
                <a:cs typeface="Arial" panose="020B0604020202020204" pitchFamily="34" charset="0"/>
                <a:sym typeface="Helvetica"/>
              </a:rPr>
            </a:br>
            <a:r>
              <a:rPr lang="en-GB" sz="2200" b="1" kern="0" cap="small">
                <a:solidFill>
                  <a:schemeClr val="bg1"/>
                </a:solidFill>
                <a:latin typeface="Figtree" pitchFamily="2" charset="0"/>
                <a:cs typeface="Arial" panose="020B0604020202020204" pitchFamily="34" charset="0"/>
                <a:sym typeface="Helvetica"/>
              </a:rPr>
              <a:t>fully secured (1.5 GVA)</a:t>
            </a:r>
          </a:p>
        </p:txBody>
      </p:sp>
      <p:sp>
        <p:nvSpPr>
          <p:cNvPr id="10" name="Rounded Rectangle 18">
            <a:extLst>
              <a:ext uri="{FF2B5EF4-FFF2-40B4-BE49-F238E27FC236}">
                <a16:creationId xmlns:a16="http://schemas.microsoft.com/office/drawing/2014/main" id="{6904CA97-DD47-A65D-039C-B74E58A227A2}"/>
              </a:ext>
            </a:extLst>
          </p:cNvPr>
          <p:cNvSpPr/>
          <p:nvPr/>
        </p:nvSpPr>
        <p:spPr>
          <a:xfrm>
            <a:off x="12165472" y="2529184"/>
            <a:ext cx="4584007" cy="720000"/>
          </a:xfrm>
          <a:prstGeom prst="roundRect">
            <a:avLst/>
          </a:prstGeom>
          <a:solidFill>
            <a:srgbClr val="118449"/>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2000" tIns="97532" rIns="72000" bIns="97532" numCol="1" spcCol="38100" rtlCol="0" anchor="ctr">
            <a:noAutofit/>
          </a:bodyPr>
          <a:lstStyle/>
          <a:p>
            <a:pPr algn="ctr" defTabSz="2600960" hangingPunct="0">
              <a:lnSpc>
                <a:spcPct val="90000"/>
              </a:lnSpc>
            </a:pPr>
            <a:r>
              <a:rPr lang="en-GB" sz="2200" b="1" kern="0" cap="small">
                <a:solidFill>
                  <a:srgbClr val="FFFFFF"/>
                </a:solidFill>
                <a:latin typeface="Figtree" pitchFamily="2" charset="0"/>
                <a:cs typeface="Arial" panose="020B0604020202020204" pitchFamily="34" charset="0"/>
                <a:sym typeface="Helvetica"/>
              </a:rPr>
              <a:t>Campus in development </a:t>
            </a:r>
            <a:endParaRPr lang="en-GB" sz="2800" b="1" kern="0" cap="small" baseline="30000">
              <a:solidFill>
                <a:srgbClr val="FFFFFF"/>
              </a:solidFill>
              <a:latin typeface="Figtree" pitchFamily="2" charset="0"/>
              <a:cs typeface="Arial" panose="020B0604020202020204" pitchFamily="34" charset="0"/>
              <a:sym typeface="Helvetica"/>
            </a:endParaRPr>
          </a:p>
        </p:txBody>
      </p:sp>
      <p:sp>
        <p:nvSpPr>
          <p:cNvPr id="11" name="Rounded Rectangle 18">
            <a:extLst>
              <a:ext uri="{FF2B5EF4-FFF2-40B4-BE49-F238E27FC236}">
                <a16:creationId xmlns:a16="http://schemas.microsoft.com/office/drawing/2014/main" id="{60F6F9F1-C527-1E4F-D222-E0776C9D1620}"/>
              </a:ext>
            </a:extLst>
          </p:cNvPr>
          <p:cNvSpPr/>
          <p:nvPr/>
        </p:nvSpPr>
        <p:spPr>
          <a:xfrm>
            <a:off x="9147665" y="2529184"/>
            <a:ext cx="2957427" cy="720000"/>
          </a:xfrm>
          <a:prstGeom prst="roundRect">
            <a:avLst/>
          </a:prstGeom>
          <a:solidFill>
            <a:srgbClr val="90949A"/>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2000" tIns="97532" rIns="72000" bIns="97532" numCol="1" spcCol="38100" rtlCol="0" anchor="ctr">
            <a:noAutofit/>
          </a:bodyPr>
          <a:lstStyle/>
          <a:p>
            <a:pPr algn="ctr" defTabSz="2600960" hangingPunct="0">
              <a:lnSpc>
                <a:spcPct val="90000"/>
              </a:lnSpc>
            </a:pPr>
            <a:r>
              <a:rPr lang="en-GB" sz="2200" b="1" kern="0" cap="small">
                <a:solidFill>
                  <a:srgbClr val="FFFFFF"/>
                </a:solidFill>
                <a:latin typeface="Figtree" pitchFamily="2" charset="0"/>
                <a:cs typeface="Arial" panose="020B0604020202020204" pitchFamily="34" charset="0"/>
                <a:sym typeface="Helvetica"/>
              </a:rPr>
              <a:t>Transformers Ordered</a:t>
            </a:r>
            <a:endParaRPr lang="en-GB" sz="2800" b="1" kern="0" cap="small" baseline="30000">
              <a:solidFill>
                <a:srgbClr val="FFFFFF"/>
              </a:solidFill>
              <a:latin typeface="Figtree" pitchFamily="2" charset="0"/>
              <a:cs typeface="Arial" panose="020B0604020202020204" pitchFamily="34" charset="0"/>
              <a:sym typeface="Helvetica"/>
            </a:endParaRPr>
          </a:p>
        </p:txBody>
      </p:sp>
      <p:pic>
        <p:nvPicPr>
          <p:cNvPr id="12" name="Picture 4" descr="REN | Brands of the World™ | Download vector logos and logotypes">
            <a:extLst>
              <a:ext uri="{FF2B5EF4-FFF2-40B4-BE49-F238E27FC236}">
                <a16:creationId xmlns:a16="http://schemas.microsoft.com/office/drawing/2014/main" id="{1A59C107-5638-308D-83E3-D548DFCDEDF3}"/>
              </a:ext>
            </a:extLst>
          </p:cNvPr>
          <p:cNvPicPr>
            <a:picLocks noChangeAspect="1" noChangeArrowheads="1"/>
          </p:cNvPicPr>
          <p:nvPr/>
        </p:nvPicPr>
        <p:blipFill rotWithShape="1">
          <a:blip r:embed="rId3" cstate="email">
            <a:extLst>
              <a:ext uri="{28A0092B-C50C-407E-A947-70E740481C1C}">
                <a14:useLocalDpi xmlns:a14="http://schemas.microsoft.com/office/drawing/2010/main"/>
              </a:ext>
            </a:extLst>
          </a:blip>
          <a:srcRect/>
          <a:stretch/>
        </p:blipFill>
        <p:spPr bwMode="auto">
          <a:xfrm>
            <a:off x="4134243" y="3482066"/>
            <a:ext cx="1809833" cy="612242"/>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a:extLst>
              <a:ext uri="{FF2B5EF4-FFF2-40B4-BE49-F238E27FC236}">
                <a16:creationId xmlns:a16="http://schemas.microsoft.com/office/drawing/2014/main" id="{3707FDF9-C8EC-234F-853C-02AD08C4F980}"/>
              </a:ext>
            </a:extLst>
          </p:cNvPr>
          <p:cNvPicPr>
            <a:picLocks noChangeAspect="1" noChangeArrowheads="1"/>
          </p:cNvPicPr>
          <p:nvPr/>
        </p:nvPicPr>
        <p:blipFill>
          <a:blip r:embed="rId4" cstate="print">
            <a:extLst>
              <a:ext uri="{28A0092B-C50C-407E-A947-70E740481C1C}">
                <a14:useLocalDpi xmlns:a14="http://schemas.microsoft.com/office/drawing/2010/main"/>
              </a:ext>
            </a:extLst>
          </a:blip>
          <a:srcRect/>
          <a:stretch>
            <a:fillRect/>
          </a:stretch>
        </p:blipFill>
        <p:spPr bwMode="auto">
          <a:xfrm>
            <a:off x="9737307" y="3482066"/>
            <a:ext cx="1778142" cy="612000"/>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F8CCCA02-1E3C-F101-8F5D-293DFD9B210D}"/>
              </a:ext>
            </a:extLst>
          </p:cNvPr>
          <p:cNvSpPr txBox="1"/>
          <p:nvPr/>
        </p:nvSpPr>
        <p:spPr>
          <a:xfrm>
            <a:off x="9147665" y="4400100"/>
            <a:ext cx="2959200" cy="720000"/>
          </a:xfrm>
          <a:prstGeom prst="rect">
            <a:avLst/>
          </a:prstGeom>
          <a:ln w="12700">
            <a:miter lim="400000"/>
          </a:ln>
        </p:spPr>
        <p:txBody>
          <a:bodyPr wrap="square" lIns="0" tIns="0" rIns="0" bIns="0" rtlCol="0" anchor="t">
            <a:noAutofit/>
          </a:bodyPr>
          <a:lstStyle>
            <a:defPPr>
              <a:defRPr lang="en-PT"/>
            </a:defPPr>
            <a:lvl1pPr algn="ctr" defTabSz="1915868">
              <a:lnSpc>
                <a:spcPct val="90000"/>
              </a:lnSpc>
              <a:defRPr sz="2400" kern="0">
                <a:solidFill>
                  <a:srgbClr val="000000"/>
                </a:solidFill>
                <a:latin typeface="Figtree" pitchFamily="2" charset="0"/>
                <a:cs typeface="Helvetica"/>
              </a:defRPr>
            </a:lvl1pPr>
          </a:lstStyle>
          <a:p>
            <a:r>
              <a:rPr lang="en-US">
                <a:sym typeface="Helvetica"/>
              </a:rPr>
              <a:t>Long lead-time equipment</a:t>
            </a:r>
            <a:endParaRPr lang="en-GB">
              <a:sym typeface="Helvetica"/>
            </a:endParaRPr>
          </a:p>
        </p:txBody>
      </p:sp>
      <p:sp>
        <p:nvSpPr>
          <p:cNvPr id="15" name="TextBox 14">
            <a:extLst>
              <a:ext uri="{FF2B5EF4-FFF2-40B4-BE49-F238E27FC236}">
                <a16:creationId xmlns:a16="http://schemas.microsoft.com/office/drawing/2014/main" id="{F7861BB3-9EC6-38CD-356B-5E4E402592E6}"/>
              </a:ext>
            </a:extLst>
          </p:cNvPr>
          <p:cNvSpPr txBox="1"/>
          <p:nvPr/>
        </p:nvSpPr>
        <p:spPr>
          <a:xfrm>
            <a:off x="2007771" y="10461390"/>
            <a:ext cx="0" cy="0"/>
          </a:xfrm>
          <a:prstGeom prst="rect">
            <a:avLst/>
          </a:prstGeom>
          <a:ln w="12700">
            <a:miter lim="400000"/>
          </a:ln>
        </p:spPr>
        <p:txBody>
          <a:bodyPr wrap="none" lIns="0" tIns="0" rIns="0" bIns="0" rtlCol="0" anchor="t">
            <a:noAutofit/>
          </a:bodyPr>
          <a:lstStyle/>
          <a:p>
            <a:pPr defTabSz="1915868"/>
            <a:endParaRPr lang="en-PT" sz="2800" kern="0">
              <a:solidFill>
                <a:srgbClr val="FFFFFF"/>
              </a:solidFill>
              <a:latin typeface="Ubuntu" panose="020B0504030602030204" pitchFamily="34" charset="0"/>
              <a:cs typeface="Helvetica"/>
              <a:sym typeface="Helvetica"/>
            </a:endParaRPr>
          </a:p>
        </p:txBody>
      </p:sp>
      <p:sp>
        <p:nvSpPr>
          <p:cNvPr id="16" name="Rectangle 15">
            <a:extLst>
              <a:ext uri="{FF2B5EF4-FFF2-40B4-BE49-F238E27FC236}">
                <a16:creationId xmlns:a16="http://schemas.microsoft.com/office/drawing/2014/main" id="{E318A41A-5BC5-825A-B190-5D904769D170}"/>
              </a:ext>
            </a:extLst>
          </p:cNvPr>
          <p:cNvSpPr/>
          <p:nvPr/>
        </p:nvSpPr>
        <p:spPr>
          <a:xfrm>
            <a:off x="52755" y="7822101"/>
            <a:ext cx="10154521" cy="216000"/>
          </a:xfrm>
          <a:prstGeom prst="rect">
            <a:avLst/>
          </a:prstGeom>
          <a:gradFill>
            <a:gsLst>
              <a:gs pos="100000">
                <a:schemeClr val="bg1"/>
              </a:gs>
              <a:gs pos="74000">
                <a:srgbClr val="E6B380"/>
              </a:gs>
              <a:gs pos="0">
                <a:srgbClr val="CC6600"/>
              </a:gs>
            </a:gsLst>
            <a:lin ang="10800000" scaled="0"/>
          </a:gra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7532" tIns="97532" rIns="97532" bIns="97532" numCol="1" spcCol="38100" rtlCol="0" anchor="ctr">
            <a:spAutoFit/>
          </a:bodyPr>
          <a:lstStyle/>
          <a:p>
            <a:pPr defTabSz="2600960" hangingPunct="0"/>
            <a:endParaRPr lang="en-PT" sz="4800" kern="0">
              <a:solidFill>
                <a:srgbClr val="000000"/>
              </a:solidFill>
              <a:latin typeface="Helvetica"/>
              <a:cs typeface="Helvetica"/>
              <a:sym typeface="Helvetica"/>
            </a:endParaRPr>
          </a:p>
        </p:txBody>
      </p:sp>
      <p:sp>
        <p:nvSpPr>
          <p:cNvPr id="17" name="TextBox 16">
            <a:extLst>
              <a:ext uri="{FF2B5EF4-FFF2-40B4-BE49-F238E27FC236}">
                <a16:creationId xmlns:a16="http://schemas.microsoft.com/office/drawing/2014/main" id="{E60B0DE9-0D8F-7A13-BBC8-4B15E2B6E6DF}"/>
              </a:ext>
            </a:extLst>
          </p:cNvPr>
          <p:cNvSpPr txBox="1"/>
          <p:nvPr/>
        </p:nvSpPr>
        <p:spPr>
          <a:xfrm>
            <a:off x="5016573" y="7398403"/>
            <a:ext cx="4412819" cy="369332"/>
          </a:xfrm>
          <a:prstGeom prst="rect">
            <a:avLst/>
          </a:prstGeom>
          <a:noFill/>
          <a:ln w="12700">
            <a:miter lim="400000"/>
          </a:ln>
        </p:spPr>
        <p:txBody>
          <a:bodyPr wrap="square">
            <a:spAutoFit/>
          </a:bodyPr>
          <a:lstStyle/>
          <a:p>
            <a:pPr algn="ctr" defTabSz="1915868" hangingPunct="0"/>
            <a:r>
              <a:rPr lang="en-US" sz="1800" i="1" kern="0">
                <a:solidFill>
                  <a:srgbClr val="000000"/>
                </a:solidFill>
                <a:latin typeface="Figtree" pitchFamily="2" charset="0"/>
                <a:cs typeface="Arial" panose="020B0604020202020204" pitchFamily="34" charset="0"/>
                <a:sym typeface="Helvetica"/>
              </a:rPr>
              <a:t>Connections to Power Grid (2x 400 kV)</a:t>
            </a:r>
            <a:endParaRPr lang="en-GB" sz="1800" i="1" kern="0">
              <a:solidFill>
                <a:srgbClr val="000000"/>
              </a:solidFill>
              <a:latin typeface="Figtree" pitchFamily="2" charset="0"/>
              <a:cs typeface="Helvetica"/>
              <a:sym typeface="Helvetica"/>
            </a:endParaRPr>
          </a:p>
        </p:txBody>
      </p:sp>
      <p:sp>
        <p:nvSpPr>
          <p:cNvPr id="18" name="TextBox 17">
            <a:extLst>
              <a:ext uri="{FF2B5EF4-FFF2-40B4-BE49-F238E27FC236}">
                <a16:creationId xmlns:a16="http://schemas.microsoft.com/office/drawing/2014/main" id="{C83D769C-E9A8-C991-1574-90214141C8DE}"/>
              </a:ext>
            </a:extLst>
          </p:cNvPr>
          <p:cNvSpPr txBox="1"/>
          <p:nvPr/>
        </p:nvSpPr>
        <p:spPr>
          <a:xfrm>
            <a:off x="9553141" y="6319000"/>
            <a:ext cx="2109124" cy="1226752"/>
          </a:xfrm>
          <a:prstGeom prst="rect">
            <a:avLst/>
          </a:prstGeom>
          <a:ln w="12700">
            <a:miter lim="400000"/>
          </a:ln>
        </p:spPr>
        <p:txBody>
          <a:bodyPr wrap="square" lIns="0" tIns="0" rIns="0" bIns="0" rtlCol="0" anchor="t">
            <a:noAutofit/>
          </a:bodyPr>
          <a:lstStyle/>
          <a:p>
            <a:pPr algn="ctr" defTabSz="1915868"/>
            <a:r>
              <a:rPr lang="en-US" sz="2400" b="1" kern="0">
                <a:solidFill>
                  <a:srgbClr val="000000"/>
                </a:solidFill>
                <a:latin typeface="Figtree" pitchFamily="2" charset="0"/>
                <a:cs typeface="Helvetica"/>
                <a:sym typeface="Helvetica"/>
              </a:rPr>
              <a:t>Start Campus Substation </a:t>
            </a:r>
            <a:endParaRPr lang="en-GB" sz="2400" b="1" kern="0">
              <a:solidFill>
                <a:srgbClr val="000000"/>
              </a:solidFill>
              <a:latin typeface="Figtree" pitchFamily="2" charset="0"/>
              <a:cs typeface="Helvetica"/>
              <a:sym typeface="Helvetica"/>
            </a:endParaRPr>
          </a:p>
        </p:txBody>
      </p:sp>
      <p:sp>
        <p:nvSpPr>
          <p:cNvPr id="19" name="TextBox 18">
            <a:extLst>
              <a:ext uri="{FF2B5EF4-FFF2-40B4-BE49-F238E27FC236}">
                <a16:creationId xmlns:a16="http://schemas.microsoft.com/office/drawing/2014/main" id="{4B34261E-0B8E-9163-41B4-B8FD37F79A10}"/>
              </a:ext>
            </a:extLst>
          </p:cNvPr>
          <p:cNvSpPr txBox="1"/>
          <p:nvPr/>
        </p:nvSpPr>
        <p:spPr>
          <a:xfrm>
            <a:off x="5937891" y="8447972"/>
            <a:ext cx="2094098" cy="338554"/>
          </a:xfrm>
          <a:prstGeom prst="rect">
            <a:avLst/>
          </a:prstGeom>
          <a:noFill/>
          <a:ln w="12700">
            <a:miter lim="400000"/>
          </a:ln>
        </p:spPr>
        <p:txBody>
          <a:bodyPr wrap="square">
            <a:spAutoFit/>
          </a:bodyPr>
          <a:lstStyle/>
          <a:p>
            <a:pPr algn="ctr" defTabSz="1915868" hangingPunct="0"/>
            <a:r>
              <a:rPr lang="en-US" sz="1600" b="1" kern="0">
                <a:solidFill>
                  <a:srgbClr val="000000"/>
                </a:solidFill>
                <a:latin typeface="Figtree" pitchFamily="2" charset="0"/>
                <a:cs typeface="Arial" panose="020B0604020202020204" pitchFamily="34" charset="0"/>
                <a:sym typeface="Wingdings 3" panose="05040102010807070707" pitchFamily="18" charset="2"/>
              </a:rPr>
              <a:t> </a:t>
            </a:r>
            <a:r>
              <a:rPr lang="en-US" sz="1600" i="1" kern="0">
                <a:solidFill>
                  <a:srgbClr val="000000"/>
                </a:solidFill>
                <a:latin typeface="Figtree" pitchFamily="2" charset="0"/>
                <a:cs typeface="Arial" panose="020B0604020202020204" pitchFamily="34" charset="0"/>
                <a:sym typeface="Helvetica"/>
              </a:rPr>
              <a:t>1.5 GVA </a:t>
            </a:r>
            <a:r>
              <a:rPr lang="en-US" sz="1600" b="1" kern="0">
                <a:solidFill>
                  <a:srgbClr val="000000"/>
                </a:solidFill>
                <a:latin typeface="Figtree" pitchFamily="2" charset="0"/>
                <a:cs typeface="Arial" panose="020B0604020202020204" pitchFamily="34" charset="0"/>
                <a:sym typeface="Wingdings 3" panose="05040102010807070707" pitchFamily="18" charset="2"/>
              </a:rPr>
              <a:t></a:t>
            </a:r>
            <a:endParaRPr lang="en-GB" sz="1600" b="1" kern="0">
              <a:solidFill>
                <a:srgbClr val="000000"/>
              </a:solidFill>
              <a:latin typeface="Figtree" pitchFamily="2" charset="0"/>
              <a:cs typeface="Helvetica"/>
              <a:sym typeface="Helvetica"/>
            </a:endParaRPr>
          </a:p>
        </p:txBody>
      </p:sp>
      <p:sp>
        <p:nvSpPr>
          <p:cNvPr id="20" name="TextBox 19">
            <a:extLst>
              <a:ext uri="{FF2B5EF4-FFF2-40B4-BE49-F238E27FC236}">
                <a16:creationId xmlns:a16="http://schemas.microsoft.com/office/drawing/2014/main" id="{A40D43C8-7094-4206-359C-67B16680F6F5}"/>
              </a:ext>
            </a:extLst>
          </p:cNvPr>
          <p:cNvSpPr txBox="1"/>
          <p:nvPr/>
        </p:nvSpPr>
        <p:spPr>
          <a:xfrm>
            <a:off x="9112030" y="10840509"/>
            <a:ext cx="3028696" cy="738664"/>
          </a:xfrm>
          <a:prstGeom prst="rect">
            <a:avLst/>
          </a:prstGeom>
          <a:noFill/>
          <a:ln w="12700">
            <a:miter lim="400000"/>
          </a:ln>
        </p:spPr>
        <p:txBody>
          <a:bodyPr wrap="square">
            <a:spAutoFit/>
          </a:bodyPr>
          <a:lstStyle/>
          <a:p>
            <a:pPr algn="ctr" defTabSz="1915868" hangingPunct="0"/>
            <a:r>
              <a:rPr lang="en-US" sz="2100" i="1" kern="0">
                <a:solidFill>
                  <a:srgbClr val="12BD64"/>
                </a:solidFill>
                <a:latin typeface="Figtree" pitchFamily="2" charset="0"/>
                <a:cs typeface="Arial" panose="020B0604020202020204" pitchFamily="34" charset="0"/>
                <a:sym typeface="Helvetica"/>
              </a:rPr>
              <a:t>Ability  connect to </a:t>
            </a:r>
            <a:r>
              <a:rPr lang="en-US" sz="2100" b="1" i="1" kern="0">
                <a:solidFill>
                  <a:srgbClr val="12BD64"/>
                </a:solidFill>
                <a:latin typeface="Figtree" pitchFamily="2" charset="0"/>
                <a:cs typeface="Arial" panose="020B0604020202020204" pitchFamily="34" charset="0"/>
                <a:sym typeface="Helvetica"/>
              </a:rPr>
              <a:t>renewable</a:t>
            </a:r>
            <a:r>
              <a:rPr lang="en-US" sz="2100" i="1" kern="0">
                <a:solidFill>
                  <a:srgbClr val="12BD64"/>
                </a:solidFill>
                <a:latin typeface="Figtree" pitchFamily="2" charset="0"/>
                <a:cs typeface="Arial" panose="020B0604020202020204" pitchFamily="34" charset="0"/>
                <a:sym typeface="Helvetica"/>
              </a:rPr>
              <a:t> sources </a:t>
            </a:r>
          </a:p>
        </p:txBody>
      </p:sp>
      <p:cxnSp>
        <p:nvCxnSpPr>
          <p:cNvPr id="21" name="Straight Connector 20">
            <a:extLst>
              <a:ext uri="{FF2B5EF4-FFF2-40B4-BE49-F238E27FC236}">
                <a16:creationId xmlns:a16="http://schemas.microsoft.com/office/drawing/2014/main" id="{3F6B4069-13BD-F026-27B1-1424EAD3B94D}"/>
              </a:ext>
            </a:extLst>
          </p:cNvPr>
          <p:cNvCxnSpPr>
            <a:cxnSpLocks/>
          </p:cNvCxnSpPr>
          <p:nvPr/>
        </p:nvCxnSpPr>
        <p:spPr>
          <a:xfrm flipV="1">
            <a:off x="10986212" y="5579658"/>
            <a:ext cx="3867842" cy="2221668"/>
          </a:xfrm>
          <a:prstGeom prst="line">
            <a:avLst/>
          </a:prstGeom>
          <a:noFill/>
          <a:ln w="57150" cap="flat">
            <a:solidFill>
              <a:srgbClr val="12BD64"/>
            </a:solidFill>
            <a:prstDash val="solid"/>
            <a:round/>
          </a:ln>
          <a:effectLst/>
          <a:sp3d/>
        </p:spPr>
        <p:style>
          <a:lnRef idx="0">
            <a:scrgbClr r="0" g="0" b="0"/>
          </a:lnRef>
          <a:fillRef idx="0">
            <a:scrgbClr r="0" g="0" b="0"/>
          </a:fillRef>
          <a:effectRef idx="0">
            <a:scrgbClr r="0" g="0" b="0"/>
          </a:effectRef>
          <a:fontRef idx="none"/>
        </p:style>
      </p:cxnSp>
      <p:cxnSp>
        <p:nvCxnSpPr>
          <p:cNvPr id="22" name="Straight Connector 21">
            <a:extLst>
              <a:ext uri="{FF2B5EF4-FFF2-40B4-BE49-F238E27FC236}">
                <a16:creationId xmlns:a16="http://schemas.microsoft.com/office/drawing/2014/main" id="{BBF0599D-6221-8FFE-0D08-1E6A55243280}"/>
              </a:ext>
            </a:extLst>
          </p:cNvPr>
          <p:cNvCxnSpPr>
            <a:cxnSpLocks/>
          </p:cNvCxnSpPr>
          <p:nvPr/>
        </p:nvCxnSpPr>
        <p:spPr>
          <a:xfrm>
            <a:off x="14835094" y="5578492"/>
            <a:ext cx="479826" cy="278082"/>
          </a:xfrm>
          <a:prstGeom prst="line">
            <a:avLst/>
          </a:prstGeom>
          <a:noFill/>
          <a:ln w="57150" cap="flat">
            <a:solidFill>
              <a:srgbClr val="12BD64"/>
            </a:solidFill>
            <a:prstDash val="solid"/>
            <a:round/>
          </a:ln>
          <a:effectLst/>
          <a:sp3d/>
        </p:spPr>
        <p:style>
          <a:lnRef idx="0">
            <a:scrgbClr r="0" g="0" b="0"/>
          </a:lnRef>
          <a:fillRef idx="0">
            <a:scrgbClr r="0" g="0" b="0"/>
          </a:fillRef>
          <a:effectRef idx="0">
            <a:scrgbClr r="0" g="0" b="0"/>
          </a:effectRef>
          <a:fontRef idx="none"/>
        </p:style>
      </p:cxnSp>
      <p:cxnSp>
        <p:nvCxnSpPr>
          <p:cNvPr id="23" name="Straight Connector 22">
            <a:extLst>
              <a:ext uri="{FF2B5EF4-FFF2-40B4-BE49-F238E27FC236}">
                <a16:creationId xmlns:a16="http://schemas.microsoft.com/office/drawing/2014/main" id="{49EF28D1-71D9-C841-E39B-43BE3BB38A92}"/>
              </a:ext>
            </a:extLst>
          </p:cNvPr>
          <p:cNvCxnSpPr>
            <a:cxnSpLocks/>
          </p:cNvCxnSpPr>
          <p:nvPr/>
        </p:nvCxnSpPr>
        <p:spPr>
          <a:xfrm>
            <a:off x="14334572" y="5864949"/>
            <a:ext cx="479826" cy="278082"/>
          </a:xfrm>
          <a:prstGeom prst="line">
            <a:avLst/>
          </a:prstGeom>
          <a:noFill/>
          <a:ln w="57150" cap="flat">
            <a:solidFill>
              <a:srgbClr val="12BD64"/>
            </a:solidFill>
            <a:prstDash val="solid"/>
            <a:round/>
          </a:ln>
          <a:effectLst/>
          <a:sp3d/>
        </p:spPr>
        <p:style>
          <a:lnRef idx="0">
            <a:scrgbClr r="0" g="0" b="0"/>
          </a:lnRef>
          <a:fillRef idx="0">
            <a:scrgbClr r="0" g="0" b="0"/>
          </a:fillRef>
          <a:effectRef idx="0">
            <a:scrgbClr r="0" g="0" b="0"/>
          </a:effectRef>
          <a:fontRef idx="none"/>
        </p:style>
      </p:cxnSp>
      <p:cxnSp>
        <p:nvCxnSpPr>
          <p:cNvPr id="24" name="Straight Connector 23">
            <a:extLst>
              <a:ext uri="{FF2B5EF4-FFF2-40B4-BE49-F238E27FC236}">
                <a16:creationId xmlns:a16="http://schemas.microsoft.com/office/drawing/2014/main" id="{486773DA-8ED6-CF56-4630-290BFEE9A519}"/>
              </a:ext>
            </a:extLst>
          </p:cNvPr>
          <p:cNvCxnSpPr>
            <a:cxnSpLocks/>
          </p:cNvCxnSpPr>
          <p:nvPr/>
        </p:nvCxnSpPr>
        <p:spPr>
          <a:xfrm>
            <a:off x="13833474" y="6167367"/>
            <a:ext cx="479826" cy="278082"/>
          </a:xfrm>
          <a:prstGeom prst="line">
            <a:avLst/>
          </a:prstGeom>
          <a:noFill/>
          <a:ln w="57150" cap="flat">
            <a:solidFill>
              <a:srgbClr val="12BD64"/>
            </a:solidFill>
            <a:prstDash val="solid"/>
            <a:round/>
          </a:ln>
          <a:effectLst/>
          <a:sp3d/>
        </p:spPr>
        <p:style>
          <a:lnRef idx="0">
            <a:scrgbClr r="0" g="0" b="0"/>
          </a:lnRef>
          <a:fillRef idx="0">
            <a:scrgbClr r="0" g="0" b="0"/>
          </a:fillRef>
          <a:effectRef idx="0">
            <a:scrgbClr r="0" g="0" b="0"/>
          </a:effectRef>
          <a:fontRef idx="none"/>
        </p:style>
      </p:cxnSp>
      <p:cxnSp>
        <p:nvCxnSpPr>
          <p:cNvPr id="25" name="Straight Connector 24">
            <a:extLst>
              <a:ext uri="{FF2B5EF4-FFF2-40B4-BE49-F238E27FC236}">
                <a16:creationId xmlns:a16="http://schemas.microsoft.com/office/drawing/2014/main" id="{DFAD5844-9F5D-F560-BD17-B5765DDE2908}"/>
              </a:ext>
            </a:extLst>
          </p:cNvPr>
          <p:cNvCxnSpPr>
            <a:cxnSpLocks/>
          </p:cNvCxnSpPr>
          <p:nvPr/>
        </p:nvCxnSpPr>
        <p:spPr>
          <a:xfrm>
            <a:off x="13192464" y="6509377"/>
            <a:ext cx="479826" cy="278082"/>
          </a:xfrm>
          <a:prstGeom prst="line">
            <a:avLst/>
          </a:prstGeom>
          <a:noFill/>
          <a:ln w="57150" cap="flat">
            <a:solidFill>
              <a:srgbClr val="12BD64"/>
            </a:solidFill>
            <a:prstDash val="solid"/>
            <a:round/>
          </a:ln>
          <a:effectLst/>
          <a:sp3d/>
        </p:spPr>
        <p:style>
          <a:lnRef idx="0">
            <a:scrgbClr r="0" g="0" b="0"/>
          </a:lnRef>
          <a:fillRef idx="0">
            <a:scrgbClr r="0" g="0" b="0"/>
          </a:fillRef>
          <a:effectRef idx="0">
            <a:scrgbClr r="0" g="0" b="0"/>
          </a:effectRef>
          <a:fontRef idx="none"/>
        </p:style>
      </p:cxnSp>
      <p:cxnSp>
        <p:nvCxnSpPr>
          <p:cNvPr id="26" name="Straight Connector 25">
            <a:extLst>
              <a:ext uri="{FF2B5EF4-FFF2-40B4-BE49-F238E27FC236}">
                <a16:creationId xmlns:a16="http://schemas.microsoft.com/office/drawing/2014/main" id="{81ED3796-150C-E1C1-6311-B84FD420168B}"/>
              </a:ext>
            </a:extLst>
          </p:cNvPr>
          <p:cNvCxnSpPr>
            <a:cxnSpLocks/>
          </p:cNvCxnSpPr>
          <p:nvPr/>
        </p:nvCxnSpPr>
        <p:spPr>
          <a:xfrm>
            <a:off x="12526172" y="6930667"/>
            <a:ext cx="479826" cy="278082"/>
          </a:xfrm>
          <a:prstGeom prst="line">
            <a:avLst/>
          </a:prstGeom>
          <a:noFill/>
          <a:ln w="57150" cap="flat">
            <a:solidFill>
              <a:srgbClr val="12BD64"/>
            </a:solidFill>
            <a:prstDash val="solid"/>
            <a:round/>
          </a:ln>
          <a:effectLst/>
          <a:sp3d/>
        </p:spPr>
        <p:style>
          <a:lnRef idx="0">
            <a:scrgbClr r="0" g="0" b="0"/>
          </a:lnRef>
          <a:fillRef idx="0">
            <a:scrgbClr r="0" g="0" b="0"/>
          </a:fillRef>
          <a:effectRef idx="0">
            <a:scrgbClr r="0" g="0" b="0"/>
          </a:effectRef>
          <a:fontRef idx="none"/>
        </p:style>
      </p:cxnSp>
      <p:pic>
        <p:nvPicPr>
          <p:cNvPr id="27" name="Picture 26">
            <a:extLst>
              <a:ext uri="{FF2B5EF4-FFF2-40B4-BE49-F238E27FC236}">
                <a16:creationId xmlns:a16="http://schemas.microsoft.com/office/drawing/2014/main" id="{EF8AE25D-A4B4-B10B-8D97-F77DE2C81356}"/>
              </a:ext>
            </a:extLst>
          </p:cNvPr>
          <p:cNvPicPr>
            <a:picLocks noChangeAspect="1"/>
          </p:cNvPicPr>
          <p:nvPr/>
        </p:nvPicPr>
        <p:blipFill>
          <a:blip r:embed="rId5">
            <a:duotone>
              <a:schemeClr val="accent6">
                <a:shade val="45000"/>
                <a:satMod val="135000"/>
              </a:schemeClr>
              <a:prstClr val="white"/>
            </a:duotone>
          </a:blip>
          <a:stretch>
            <a:fillRect/>
          </a:stretch>
        </p:blipFill>
        <p:spPr>
          <a:xfrm>
            <a:off x="10082461" y="9688848"/>
            <a:ext cx="1031066" cy="1185723"/>
          </a:xfrm>
          <a:prstGeom prst="rect">
            <a:avLst/>
          </a:prstGeom>
        </p:spPr>
      </p:pic>
      <p:sp>
        <p:nvSpPr>
          <p:cNvPr id="29" name="TextBox 28">
            <a:extLst>
              <a:ext uri="{FF2B5EF4-FFF2-40B4-BE49-F238E27FC236}">
                <a16:creationId xmlns:a16="http://schemas.microsoft.com/office/drawing/2014/main" id="{AED97A2D-1AF4-F380-B482-6015AB25B0E6}"/>
              </a:ext>
            </a:extLst>
          </p:cNvPr>
          <p:cNvSpPr txBox="1"/>
          <p:nvPr/>
        </p:nvSpPr>
        <p:spPr>
          <a:xfrm>
            <a:off x="2565731" y="4400100"/>
            <a:ext cx="4946857" cy="720000"/>
          </a:xfrm>
          <a:prstGeom prst="rect">
            <a:avLst/>
          </a:prstGeom>
          <a:ln w="12700">
            <a:miter lim="400000"/>
          </a:ln>
        </p:spPr>
        <p:txBody>
          <a:bodyPr wrap="square" lIns="0" tIns="0" rIns="0" bIns="0" rtlCol="0" anchor="t">
            <a:noAutofit/>
          </a:bodyPr>
          <a:lstStyle/>
          <a:p>
            <a:pPr algn="ctr" defTabSz="1915868">
              <a:lnSpc>
                <a:spcPct val="90000"/>
              </a:lnSpc>
            </a:pPr>
            <a:r>
              <a:rPr lang="en-US" sz="2400" kern="0">
                <a:solidFill>
                  <a:srgbClr val="000000"/>
                </a:solidFill>
                <a:latin typeface="Figtree" pitchFamily="2" charset="0"/>
                <a:cs typeface="Helvetica"/>
                <a:sym typeface="Helvetica"/>
              </a:rPr>
              <a:t>1.5 GVA enables to support </a:t>
            </a:r>
            <a:br>
              <a:rPr lang="en-US" sz="2400" kern="0">
                <a:solidFill>
                  <a:srgbClr val="000000"/>
                </a:solidFill>
                <a:latin typeface="Figtree" pitchFamily="2" charset="0"/>
                <a:cs typeface="Helvetica"/>
                <a:sym typeface="Helvetica"/>
              </a:rPr>
            </a:br>
            <a:r>
              <a:rPr lang="en-US" sz="2400" kern="0">
                <a:solidFill>
                  <a:srgbClr val="000000"/>
                </a:solidFill>
                <a:latin typeface="Figtree" pitchFamily="2" charset="0"/>
                <a:cs typeface="Helvetica"/>
                <a:sym typeface="Helvetica"/>
              </a:rPr>
              <a:t>up to </a:t>
            </a:r>
            <a:r>
              <a:rPr lang="en-US" sz="2400" b="1" kern="0">
                <a:solidFill>
                  <a:srgbClr val="000000"/>
                </a:solidFill>
                <a:latin typeface="Figtree" pitchFamily="2" charset="0"/>
                <a:cs typeface="Helvetica"/>
                <a:sym typeface="Helvetica"/>
              </a:rPr>
              <a:t>1.2 GW of IT capacity </a:t>
            </a:r>
            <a:endParaRPr lang="en-GB" sz="2400" b="1" kern="0">
              <a:solidFill>
                <a:srgbClr val="000000"/>
              </a:solidFill>
              <a:latin typeface="Figtree" pitchFamily="2" charset="0"/>
              <a:cs typeface="Helvetica"/>
              <a:sym typeface="Helvetica"/>
            </a:endParaRPr>
          </a:p>
        </p:txBody>
      </p:sp>
      <p:pic>
        <p:nvPicPr>
          <p:cNvPr id="30" name="Picture 24">
            <a:extLst>
              <a:ext uri="{FF2B5EF4-FFF2-40B4-BE49-F238E27FC236}">
                <a16:creationId xmlns:a16="http://schemas.microsoft.com/office/drawing/2014/main" id="{30045A10-A1BC-BD2C-2377-A984CFB3295F}"/>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3014401" y="3468503"/>
            <a:ext cx="2886148" cy="443693"/>
          </a:xfrm>
          <a:prstGeom prst="rect">
            <a:avLst/>
          </a:prstGeom>
          <a:noFill/>
          <a:ln cap="flat">
            <a:noFill/>
          </a:ln>
        </p:spPr>
      </p:pic>
      <p:sp>
        <p:nvSpPr>
          <p:cNvPr id="31" name="TextBox 30">
            <a:extLst>
              <a:ext uri="{FF2B5EF4-FFF2-40B4-BE49-F238E27FC236}">
                <a16:creationId xmlns:a16="http://schemas.microsoft.com/office/drawing/2014/main" id="{B93A89FC-B15E-09F6-BB94-77FB6A57BA1F}"/>
              </a:ext>
            </a:extLst>
          </p:cNvPr>
          <p:cNvSpPr txBox="1"/>
          <p:nvPr/>
        </p:nvSpPr>
        <p:spPr>
          <a:xfrm>
            <a:off x="12165472" y="4400100"/>
            <a:ext cx="4584007" cy="720000"/>
          </a:xfrm>
          <a:prstGeom prst="rect">
            <a:avLst/>
          </a:prstGeom>
          <a:ln w="12700">
            <a:miter lim="400000"/>
          </a:ln>
        </p:spPr>
        <p:txBody>
          <a:bodyPr wrap="square" lIns="0" tIns="0" rIns="0" bIns="0" rtlCol="0" anchor="t">
            <a:noAutofit/>
          </a:bodyPr>
          <a:lstStyle>
            <a:defPPr>
              <a:defRPr lang="en-PT"/>
            </a:defPPr>
            <a:lvl1pPr algn="ctr" defTabSz="1915868">
              <a:lnSpc>
                <a:spcPct val="90000"/>
              </a:lnSpc>
              <a:defRPr sz="2400" kern="0">
                <a:solidFill>
                  <a:srgbClr val="000000"/>
                </a:solidFill>
                <a:latin typeface="Figtree" pitchFamily="2" charset="0"/>
                <a:cs typeface="Helvetica"/>
              </a:defRPr>
            </a:lvl1pPr>
          </a:lstStyle>
          <a:p>
            <a:r>
              <a:rPr lang="en-US">
                <a:sym typeface="Helvetica"/>
              </a:rPr>
              <a:t>Timeline and execution derisked with grid access &amp; transformers </a:t>
            </a:r>
            <a:endParaRPr lang="en-GB">
              <a:sym typeface="Helvetica"/>
            </a:endParaRPr>
          </a:p>
        </p:txBody>
      </p:sp>
      <p:pic>
        <p:nvPicPr>
          <p:cNvPr id="32" name="Picture 31">
            <a:extLst>
              <a:ext uri="{FF2B5EF4-FFF2-40B4-BE49-F238E27FC236}">
                <a16:creationId xmlns:a16="http://schemas.microsoft.com/office/drawing/2014/main" id="{080C083F-1AE6-176E-25F7-F30E65E8625E}"/>
              </a:ext>
            </a:extLst>
          </p:cNvPr>
          <p:cNvPicPr>
            <a:picLocks noChangeAspect="1"/>
          </p:cNvPicPr>
          <p:nvPr/>
        </p:nvPicPr>
        <p:blipFill>
          <a:blip r:embed="rId7">
            <a:duotone>
              <a:prstClr val="black"/>
              <a:schemeClr val="tx2">
                <a:tint val="45000"/>
                <a:satMod val="400000"/>
              </a:schemeClr>
            </a:duotone>
          </a:blip>
          <a:stretch>
            <a:fillRect/>
          </a:stretch>
        </p:blipFill>
        <p:spPr>
          <a:xfrm>
            <a:off x="9822823" y="7178618"/>
            <a:ext cx="1550343" cy="1804036"/>
          </a:xfrm>
          <a:prstGeom prst="rect">
            <a:avLst/>
          </a:prstGeom>
        </p:spPr>
      </p:pic>
      <p:pic>
        <p:nvPicPr>
          <p:cNvPr id="33" name="Picture 32">
            <a:extLst>
              <a:ext uri="{FF2B5EF4-FFF2-40B4-BE49-F238E27FC236}">
                <a16:creationId xmlns:a16="http://schemas.microsoft.com/office/drawing/2014/main" id="{6F4FA532-FB37-3D6D-F192-6D5709AC35C6}"/>
              </a:ext>
            </a:extLst>
          </p:cNvPr>
          <p:cNvPicPr>
            <a:picLocks noChangeAspect="1"/>
          </p:cNvPicPr>
          <p:nvPr/>
        </p:nvPicPr>
        <p:blipFill>
          <a:blip r:embed="rId8">
            <a:duotone>
              <a:prstClr val="black"/>
              <a:schemeClr val="accent6">
                <a:tint val="45000"/>
                <a:satMod val="400000"/>
              </a:schemeClr>
            </a:duotone>
          </a:blip>
          <a:stretch>
            <a:fillRect/>
          </a:stretch>
        </p:blipFill>
        <p:spPr>
          <a:xfrm>
            <a:off x="15086091" y="5633023"/>
            <a:ext cx="1222308" cy="1123200"/>
          </a:xfrm>
          <a:prstGeom prst="rect">
            <a:avLst/>
          </a:prstGeom>
        </p:spPr>
      </p:pic>
      <p:pic>
        <p:nvPicPr>
          <p:cNvPr id="34" name="Picture 33">
            <a:extLst>
              <a:ext uri="{FF2B5EF4-FFF2-40B4-BE49-F238E27FC236}">
                <a16:creationId xmlns:a16="http://schemas.microsoft.com/office/drawing/2014/main" id="{808EC36C-B05D-6C94-4F3D-B4B267A0F9F9}"/>
              </a:ext>
            </a:extLst>
          </p:cNvPr>
          <p:cNvPicPr>
            <a:picLocks noChangeAspect="1"/>
          </p:cNvPicPr>
          <p:nvPr/>
        </p:nvPicPr>
        <p:blipFill>
          <a:blip r:embed="rId8">
            <a:duotone>
              <a:prstClr val="black"/>
              <a:schemeClr val="accent6">
                <a:tint val="45000"/>
                <a:satMod val="400000"/>
              </a:schemeClr>
            </a:duotone>
          </a:blip>
          <a:stretch>
            <a:fillRect/>
          </a:stretch>
        </p:blipFill>
        <p:spPr>
          <a:xfrm>
            <a:off x="14525354" y="5986437"/>
            <a:ext cx="1222308" cy="1123200"/>
          </a:xfrm>
          <a:prstGeom prst="rect">
            <a:avLst/>
          </a:prstGeom>
        </p:spPr>
      </p:pic>
      <p:pic>
        <p:nvPicPr>
          <p:cNvPr id="35" name="Picture 34">
            <a:extLst>
              <a:ext uri="{FF2B5EF4-FFF2-40B4-BE49-F238E27FC236}">
                <a16:creationId xmlns:a16="http://schemas.microsoft.com/office/drawing/2014/main" id="{F466FCEC-DC2A-3B63-37FF-64570289D83F}"/>
              </a:ext>
            </a:extLst>
          </p:cNvPr>
          <p:cNvPicPr>
            <a:picLocks noChangeAspect="1"/>
          </p:cNvPicPr>
          <p:nvPr/>
        </p:nvPicPr>
        <p:blipFill>
          <a:blip r:embed="rId8">
            <a:duotone>
              <a:prstClr val="black"/>
              <a:schemeClr val="accent6">
                <a:tint val="45000"/>
                <a:satMod val="400000"/>
              </a:schemeClr>
            </a:duotone>
          </a:blip>
          <a:stretch>
            <a:fillRect/>
          </a:stretch>
        </p:blipFill>
        <p:spPr>
          <a:xfrm>
            <a:off x="13964616" y="6339851"/>
            <a:ext cx="1222308" cy="1123200"/>
          </a:xfrm>
          <a:prstGeom prst="rect">
            <a:avLst/>
          </a:prstGeom>
        </p:spPr>
      </p:pic>
      <p:pic>
        <p:nvPicPr>
          <p:cNvPr id="36" name="Picture 35">
            <a:extLst>
              <a:ext uri="{FF2B5EF4-FFF2-40B4-BE49-F238E27FC236}">
                <a16:creationId xmlns:a16="http://schemas.microsoft.com/office/drawing/2014/main" id="{DD33C333-9184-C1A1-F6A8-F3B3E8FC8574}"/>
              </a:ext>
            </a:extLst>
          </p:cNvPr>
          <p:cNvPicPr>
            <a:picLocks noChangeAspect="1"/>
          </p:cNvPicPr>
          <p:nvPr/>
        </p:nvPicPr>
        <p:blipFill>
          <a:blip r:embed="rId8">
            <a:duotone>
              <a:prstClr val="black"/>
              <a:schemeClr val="accent6">
                <a:tint val="45000"/>
                <a:satMod val="400000"/>
              </a:schemeClr>
            </a:duotone>
          </a:blip>
          <a:stretch>
            <a:fillRect/>
          </a:stretch>
        </p:blipFill>
        <p:spPr>
          <a:xfrm>
            <a:off x="13403878" y="6693265"/>
            <a:ext cx="1222308" cy="1123200"/>
          </a:xfrm>
          <a:prstGeom prst="rect">
            <a:avLst/>
          </a:prstGeom>
        </p:spPr>
      </p:pic>
      <p:pic>
        <p:nvPicPr>
          <p:cNvPr id="37" name="Picture 36">
            <a:extLst>
              <a:ext uri="{FF2B5EF4-FFF2-40B4-BE49-F238E27FC236}">
                <a16:creationId xmlns:a16="http://schemas.microsoft.com/office/drawing/2014/main" id="{D4697BA0-E59B-FB1B-32D2-781405BFCF57}"/>
              </a:ext>
            </a:extLst>
          </p:cNvPr>
          <p:cNvPicPr>
            <a:picLocks noChangeAspect="1"/>
          </p:cNvPicPr>
          <p:nvPr/>
        </p:nvPicPr>
        <p:blipFill>
          <a:blip r:embed="rId8">
            <a:duotone>
              <a:prstClr val="black"/>
              <a:schemeClr val="accent6">
                <a:tint val="45000"/>
                <a:satMod val="400000"/>
              </a:schemeClr>
            </a:duotone>
          </a:blip>
          <a:stretch>
            <a:fillRect/>
          </a:stretch>
        </p:blipFill>
        <p:spPr>
          <a:xfrm>
            <a:off x="12843027" y="7046679"/>
            <a:ext cx="1222421" cy="1123304"/>
          </a:xfrm>
          <a:prstGeom prst="rect">
            <a:avLst/>
          </a:prstGeom>
        </p:spPr>
      </p:pic>
      <p:sp>
        <p:nvSpPr>
          <p:cNvPr id="38" name="TextBox 37">
            <a:extLst>
              <a:ext uri="{FF2B5EF4-FFF2-40B4-BE49-F238E27FC236}">
                <a16:creationId xmlns:a16="http://schemas.microsoft.com/office/drawing/2014/main" id="{7B88F6AC-15D1-986F-FDD4-57AE55E36C12}"/>
              </a:ext>
            </a:extLst>
          </p:cNvPr>
          <p:cNvSpPr txBox="1"/>
          <p:nvPr/>
        </p:nvSpPr>
        <p:spPr>
          <a:xfrm>
            <a:off x="13830454" y="7995396"/>
            <a:ext cx="694900" cy="175142"/>
          </a:xfrm>
          <a:prstGeom prst="rect">
            <a:avLst/>
          </a:prstGeom>
          <a:ln w="12700">
            <a:miter lim="400000"/>
          </a:ln>
        </p:spPr>
        <p:txBody>
          <a:bodyPr wrap="square" lIns="0" tIns="0" rIns="0" bIns="0" rtlCol="0" anchor="t">
            <a:noAutofit/>
          </a:bodyPr>
          <a:lstStyle/>
          <a:p>
            <a:pPr algn="ctr" defTabSz="1915868"/>
            <a:r>
              <a:rPr lang="en-US" sz="1600" kern="0">
                <a:solidFill>
                  <a:srgbClr val="000000"/>
                </a:solidFill>
                <a:latin typeface="Figtree" pitchFamily="2" charset="0"/>
                <a:cs typeface="Helvetica"/>
                <a:sym typeface="Helvetica"/>
              </a:rPr>
              <a:t>SIN02 </a:t>
            </a:r>
            <a:endParaRPr lang="en-GB" sz="1600" kern="0">
              <a:solidFill>
                <a:srgbClr val="000000"/>
              </a:solidFill>
              <a:latin typeface="Figtree" pitchFamily="2" charset="0"/>
              <a:cs typeface="Helvetica"/>
              <a:sym typeface="Helvetica"/>
            </a:endParaRPr>
          </a:p>
        </p:txBody>
      </p:sp>
      <p:sp>
        <p:nvSpPr>
          <p:cNvPr id="39" name="TextBox 38">
            <a:extLst>
              <a:ext uri="{FF2B5EF4-FFF2-40B4-BE49-F238E27FC236}">
                <a16:creationId xmlns:a16="http://schemas.microsoft.com/office/drawing/2014/main" id="{6B5333DA-8E0B-6FF6-96A1-4602B0E257C6}"/>
              </a:ext>
            </a:extLst>
          </p:cNvPr>
          <p:cNvSpPr txBox="1"/>
          <p:nvPr/>
        </p:nvSpPr>
        <p:spPr>
          <a:xfrm>
            <a:off x="14387202" y="7638429"/>
            <a:ext cx="694900" cy="175142"/>
          </a:xfrm>
          <a:prstGeom prst="rect">
            <a:avLst/>
          </a:prstGeom>
          <a:ln w="12700">
            <a:miter lim="400000"/>
          </a:ln>
        </p:spPr>
        <p:txBody>
          <a:bodyPr wrap="square" lIns="0" tIns="0" rIns="0" bIns="0" rtlCol="0" anchor="t">
            <a:noAutofit/>
          </a:bodyPr>
          <a:lstStyle/>
          <a:p>
            <a:pPr algn="ctr" defTabSz="1915868"/>
            <a:r>
              <a:rPr lang="en-US" sz="1600" kern="0">
                <a:solidFill>
                  <a:srgbClr val="000000"/>
                </a:solidFill>
                <a:latin typeface="Figtree" pitchFamily="2" charset="0"/>
                <a:cs typeface="Helvetica"/>
                <a:sym typeface="Helvetica"/>
              </a:rPr>
              <a:t>SIN03 </a:t>
            </a:r>
            <a:endParaRPr lang="en-GB" sz="1600" kern="0">
              <a:solidFill>
                <a:srgbClr val="000000"/>
              </a:solidFill>
              <a:latin typeface="Figtree" pitchFamily="2" charset="0"/>
              <a:cs typeface="Helvetica"/>
              <a:sym typeface="Helvetica"/>
            </a:endParaRPr>
          </a:p>
        </p:txBody>
      </p:sp>
      <p:sp>
        <p:nvSpPr>
          <p:cNvPr id="40" name="TextBox 39">
            <a:extLst>
              <a:ext uri="{FF2B5EF4-FFF2-40B4-BE49-F238E27FC236}">
                <a16:creationId xmlns:a16="http://schemas.microsoft.com/office/drawing/2014/main" id="{C7CFFE2A-DBB0-2034-62F1-DD4812FC9B12}"/>
              </a:ext>
            </a:extLst>
          </p:cNvPr>
          <p:cNvSpPr txBox="1"/>
          <p:nvPr/>
        </p:nvSpPr>
        <p:spPr>
          <a:xfrm>
            <a:off x="14943950" y="7281462"/>
            <a:ext cx="694900" cy="175142"/>
          </a:xfrm>
          <a:prstGeom prst="rect">
            <a:avLst/>
          </a:prstGeom>
          <a:ln w="12700">
            <a:miter lim="400000"/>
          </a:ln>
        </p:spPr>
        <p:txBody>
          <a:bodyPr wrap="square" lIns="0" tIns="0" rIns="0" bIns="0" rtlCol="0" anchor="t">
            <a:noAutofit/>
          </a:bodyPr>
          <a:lstStyle/>
          <a:p>
            <a:pPr algn="ctr" defTabSz="1915868"/>
            <a:r>
              <a:rPr lang="en-US" sz="1600" kern="0">
                <a:solidFill>
                  <a:srgbClr val="000000"/>
                </a:solidFill>
                <a:latin typeface="Figtree" pitchFamily="2" charset="0"/>
                <a:cs typeface="Helvetica"/>
                <a:sym typeface="Helvetica"/>
              </a:rPr>
              <a:t>SIN04 </a:t>
            </a:r>
            <a:endParaRPr lang="en-GB" sz="1600" kern="0">
              <a:solidFill>
                <a:srgbClr val="000000"/>
              </a:solidFill>
              <a:latin typeface="Figtree" pitchFamily="2" charset="0"/>
              <a:cs typeface="Helvetica"/>
              <a:sym typeface="Helvetica"/>
            </a:endParaRPr>
          </a:p>
        </p:txBody>
      </p:sp>
      <p:sp>
        <p:nvSpPr>
          <p:cNvPr id="41" name="TextBox 40">
            <a:extLst>
              <a:ext uri="{FF2B5EF4-FFF2-40B4-BE49-F238E27FC236}">
                <a16:creationId xmlns:a16="http://schemas.microsoft.com/office/drawing/2014/main" id="{AEF2C835-2226-81EC-6A85-8073D51AD2F7}"/>
              </a:ext>
            </a:extLst>
          </p:cNvPr>
          <p:cNvSpPr txBox="1"/>
          <p:nvPr/>
        </p:nvSpPr>
        <p:spPr>
          <a:xfrm>
            <a:off x="15500698" y="6924494"/>
            <a:ext cx="694900" cy="175142"/>
          </a:xfrm>
          <a:prstGeom prst="rect">
            <a:avLst/>
          </a:prstGeom>
          <a:ln w="12700">
            <a:miter lim="400000"/>
          </a:ln>
        </p:spPr>
        <p:txBody>
          <a:bodyPr wrap="square" lIns="0" tIns="0" rIns="0" bIns="0" rtlCol="0" anchor="t">
            <a:noAutofit/>
          </a:bodyPr>
          <a:lstStyle/>
          <a:p>
            <a:pPr algn="ctr" defTabSz="1915868"/>
            <a:r>
              <a:rPr lang="en-US" sz="1600" kern="0">
                <a:solidFill>
                  <a:srgbClr val="000000"/>
                </a:solidFill>
                <a:latin typeface="Figtree" pitchFamily="2" charset="0"/>
                <a:cs typeface="Helvetica"/>
                <a:sym typeface="Helvetica"/>
              </a:rPr>
              <a:t>SIN05 </a:t>
            </a:r>
            <a:endParaRPr lang="en-GB" sz="1600" kern="0">
              <a:solidFill>
                <a:srgbClr val="000000"/>
              </a:solidFill>
              <a:latin typeface="Figtree" pitchFamily="2" charset="0"/>
              <a:cs typeface="Helvetica"/>
              <a:sym typeface="Helvetica"/>
            </a:endParaRPr>
          </a:p>
        </p:txBody>
      </p:sp>
      <p:sp>
        <p:nvSpPr>
          <p:cNvPr id="42" name="TextBox 41">
            <a:extLst>
              <a:ext uri="{FF2B5EF4-FFF2-40B4-BE49-F238E27FC236}">
                <a16:creationId xmlns:a16="http://schemas.microsoft.com/office/drawing/2014/main" id="{46AA0FBB-3629-8A8D-F492-B7B6F74784D1}"/>
              </a:ext>
            </a:extLst>
          </p:cNvPr>
          <p:cNvSpPr txBox="1"/>
          <p:nvPr/>
        </p:nvSpPr>
        <p:spPr>
          <a:xfrm>
            <a:off x="16057447" y="6567526"/>
            <a:ext cx="694900" cy="175142"/>
          </a:xfrm>
          <a:prstGeom prst="rect">
            <a:avLst/>
          </a:prstGeom>
          <a:ln w="12700">
            <a:miter lim="400000"/>
          </a:ln>
        </p:spPr>
        <p:txBody>
          <a:bodyPr wrap="square" lIns="0" tIns="0" rIns="0" bIns="0" rtlCol="0" anchor="t">
            <a:noAutofit/>
          </a:bodyPr>
          <a:lstStyle/>
          <a:p>
            <a:pPr algn="ctr" defTabSz="1915868"/>
            <a:r>
              <a:rPr lang="en-US" sz="1600" kern="0">
                <a:solidFill>
                  <a:srgbClr val="000000"/>
                </a:solidFill>
                <a:latin typeface="Figtree" pitchFamily="2" charset="0"/>
                <a:cs typeface="Helvetica"/>
                <a:sym typeface="Helvetica"/>
              </a:rPr>
              <a:t>SIN06 </a:t>
            </a:r>
            <a:endParaRPr lang="en-GB" sz="1600" kern="0">
              <a:solidFill>
                <a:srgbClr val="000000"/>
              </a:solidFill>
              <a:latin typeface="Figtree" pitchFamily="2" charset="0"/>
              <a:cs typeface="Helvetica"/>
              <a:sym typeface="Helvetica"/>
            </a:endParaRPr>
          </a:p>
        </p:txBody>
      </p:sp>
      <p:cxnSp>
        <p:nvCxnSpPr>
          <p:cNvPr id="43" name="Straight Connector 42">
            <a:extLst>
              <a:ext uri="{FF2B5EF4-FFF2-40B4-BE49-F238E27FC236}">
                <a16:creationId xmlns:a16="http://schemas.microsoft.com/office/drawing/2014/main" id="{202A7F6E-BB87-6C8F-D2B0-DB0EEF8C0564}"/>
              </a:ext>
            </a:extLst>
          </p:cNvPr>
          <p:cNvCxnSpPr>
            <a:cxnSpLocks/>
          </p:cNvCxnSpPr>
          <p:nvPr/>
        </p:nvCxnSpPr>
        <p:spPr>
          <a:xfrm>
            <a:off x="11755520" y="7396115"/>
            <a:ext cx="1778741" cy="1030865"/>
          </a:xfrm>
          <a:prstGeom prst="line">
            <a:avLst/>
          </a:prstGeom>
          <a:noFill/>
          <a:ln w="57150" cap="flat">
            <a:solidFill>
              <a:srgbClr val="12BD64"/>
            </a:solidFill>
            <a:prstDash val="solid"/>
            <a:round/>
          </a:ln>
          <a:effectLst/>
          <a:sp3d/>
        </p:spPr>
        <p:style>
          <a:lnRef idx="0">
            <a:scrgbClr r="0" g="0" b="0"/>
          </a:lnRef>
          <a:fillRef idx="0">
            <a:scrgbClr r="0" g="0" b="0"/>
          </a:fillRef>
          <a:effectRef idx="0">
            <a:scrgbClr r="0" g="0" b="0"/>
          </a:effectRef>
          <a:fontRef idx="none"/>
        </p:style>
      </p:cxnSp>
      <p:pic>
        <p:nvPicPr>
          <p:cNvPr id="44" name="Picture 43">
            <a:extLst>
              <a:ext uri="{FF2B5EF4-FFF2-40B4-BE49-F238E27FC236}">
                <a16:creationId xmlns:a16="http://schemas.microsoft.com/office/drawing/2014/main" id="{CCA7C2DD-839A-5A74-1A2C-CCBB30CC0714}"/>
              </a:ext>
            </a:extLst>
          </p:cNvPr>
          <p:cNvPicPr>
            <a:picLocks noChangeAspect="1"/>
          </p:cNvPicPr>
          <p:nvPr/>
        </p:nvPicPr>
        <p:blipFill>
          <a:blip r:embed="rId8">
            <a:duotone>
              <a:prstClr val="black"/>
              <a:schemeClr val="accent1">
                <a:tint val="45000"/>
                <a:satMod val="400000"/>
              </a:schemeClr>
            </a:duotone>
          </a:blip>
          <a:stretch>
            <a:fillRect/>
          </a:stretch>
        </p:blipFill>
        <p:spPr>
          <a:xfrm>
            <a:off x="13302600" y="8277567"/>
            <a:ext cx="1222421" cy="1123304"/>
          </a:xfrm>
          <a:prstGeom prst="rect">
            <a:avLst/>
          </a:prstGeom>
        </p:spPr>
      </p:pic>
      <p:sp>
        <p:nvSpPr>
          <p:cNvPr id="45" name="TextBox 44">
            <a:extLst>
              <a:ext uri="{FF2B5EF4-FFF2-40B4-BE49-F238E27FC236}">
                <a16:creationId xmlns:a16="http://schemas.microsoft.com/office/drawing/2014/main" id="{37C0B8FE-1D4E-62B7-506A-282A55D764A3}"/>
              </a:ext>
            </a:extLst>
          </p:cNvPr>
          <p:cNvSpPr txBox="1"/>
          <p:nvPr/>
        </p:nvSpPr>
        <p:spPr>
          <a:xfrm>
            <a:off x="14199366" y="9221592"/>
            <a:ext cx="2598367" cy="302418"/>
          </a:xfrm>
          <a:prstGeom prst="rect">
            <a:avLst/>
          </a:prstGeom>
          <a:ln w="12700">
            <a:miter lim="400000"/>
          </a:ln>
        </p:spPr>
        <p:txBody>
          <a:bodyPr wrap="square" lIns="0" tIns="0" rIns="0" bIns="0" rtlCol="0" anchor="t">
            <a:noAutofit/>
          </a:bodyPr>
          <a:lstStyle/>
          <a:p>
            <a:pPr algn="ctr" defTabSz="1915868"/>
            <a:r>
              <a:rPr lang="en-US" sz="1600" kern="0">
                <a:solidFill>
                  <a:srgbClr val="000000"/>
                </a:solidFill>
                <a:latin typeface="Figtree" pitchFamily="2" charset="0"/>
                <a:cs typeface="Helvetica"/>
                <a:sym typeface="Helvetica"/>
              </a:rPr>
              <a:t>Seawater cooling building </a:t>
            </a:r>
            <a:endParaRPr lang="en-GB" sz="1600" kern="0">
              <a:solidFill>
                <a:srgbClr val="000000"/>
              </a:solidFill>
              <a:latin typeface="Figtree" pitchFamily="2" charset="0"/>
              <a:cs typeface="Helvetica"/>
              <a:sym typeface="Helvetica"/>
            </a:endParaRPr>
          </a:p>
        </p:txBody>
      </p:sp>
      <p:pic>
        <p:nvPicPr>
          <p:cNvPr id="46" name="Picture 45">
            <a:extLst>
              <a:ext uri="{FF2B5EF4-FFF2-40B4-BE49-F238E27FC236}">
                <a16:creationId xmlns:a16="http://schemas.microsoft.com/office/drawing/2014/main" id="{689A61D2-7FB2-5358-0281-39ECA2681E50}"/>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484341" y="5302945"/>
            <a:ext cx="2705997" cy="3354826"/>
          </a:xfrm>
          <a:prstGeom prst="rect">
            <a:avLst/>
          </a:prstGeom>
          <a:ln>
            <a:solidFill>
              <a:schemeClr val="bg1">
                <a:lumMod val="75000"/>
              </a:schemeClr>
            </a:solidFill>
          </a:ln>
          <a:effectLst>
            <a:outerShdw blurRad="50800" dist="38100" dir="2700000" algn="tl" rotWithShape="0">
              <a:prstClr val="black">
                <a:alpha val="40000"/>
              </a:prstClr>
            </a:outerShdw>
          </a:effectLst>
        </p:spPr>
      </p:pic>
      <p:pic>
        <p:nvPicPr>
          <p:cNvPr id="47" name="image_0">
            <a:extLst>
              <a:ext uri="{FF2B5EF4-FFF2-40B4-BE49-F238E27FC236}">
                <a16:creationId xmlns:a16="http://schemas.microsoft.com/office/drawing/2014/main" id="{B8E2A1A6-38A7-AF1D-ADDB-A052F62E582B}"/>
              </a:ext>
            </a:extLst>
          </p:cNvPr>
          <p:cNvPicPr>
            <a:picLocks noChangeAspect="1" noChangeArrowheads="1"/>
          </p:cNvPicPr>
          <p:nvPr/>
        </p:nvPicPr>
        <p:blipFill>
          <a:blip r:embed="rId10" cstate="email">
            <a:extLst>
              <a:ext uri="{28A0092B-C50C-407E-A947-70E740481C1C}">
                <a14:useLocalDpi xmlns:a14="http://schemas.microsoft.com/office/drawing/2010/main"/>
              </a:ext>
            </a:extLst>
          </a:blip>
          <a:srcRect/>
          <a:stretch>
            <a:fillRect/>
          </a:stretch>
        </p:blipFill>
        <p:spPr bwMode="auto">
          <a:xfrm>
            <a:off x="2219694" y="7723271"/>
            <a:ext cx="2637077" cy="3355200"/>
          </a:xfrm>
          <a:prstGeom prst="rect">
            <a:avLst/>
          </a:prstGeom>
          <a:ln>
            <a:solidFill>
              <a:schemeClr val="bg1">
                <a:lumMod val="75000"/>
              </a:schemeClr>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48" name="TextBox 47">
            <a:extLst>
              <a:ext uri="{FF2B5EF4-FFF2-40B4-BE49-F238E27FC236}">
                <a16:creationId xmlns:a16="http://schemas.microsoft.com/office/drawing/2014/main" id="{07790B78-0AD3-5C1D-F9CE-3EC06C10CE1C}"/>
              </a:ext>
            </a:extLst>
          </p:cNvPr>
          <p:cNvSpPr txBox="1"/>
          <p:nvPr/>
        </p:nvSpPr>
        <p:spPr>
          <a:xfrm>
            <a:off x="17451391" y="2574532"/>
            <a:ext cx="5846400" cy="8863965"/>
          </a:xfrm>
          <a:prstGeom prst="rect">
            <a:avLst/>
          </a:prstGeom>
          <a:noFill/>
        </p:spPr>
        <p:txBody>
          <a:bodyPr wrap="square">
            <a:spAutoFit/>
          </a:bodyPr>
          <a:lstStyle/>
          <a:p>
            <a:pPr algn="ctr"/>
            <a:r>
              <a:rPr lang="en-US" sz="3000" b="1">
                <a:solidFill>
                  <a:srgbClr val="00C159"/>
                </a:solidFill>
                <a:latin typeface="Figtree" pitchFamily="2" charset="0"/>
              </a:rPr>
              <a:t>Benefits to </a:t>
            </a:r>
            <a:br>
              <a:rPr lang="en-US" sz="3000" b="1">
                <a:solidFill>
                  <a:srgbClr val="00C159"/>
                </a:solidFill>
                <a:latin typeface="Figtree" pitchFamily="2" charset="0"/>
              </a:rPr>
            </a:br>
            <a:r>
              <a:rPr lang="en-US" sz="3000" b="1">
                <a:solidFill>
                  <a:srgbClr val="00C159"/>
                </a:solidFill>
                <a:latin typeface="Figtree" pitchFamily="2" charset="0"/>
              </a:rPr>
              <a:t>Start Campus’ customers: </a:t>
            </a:r>
          </a:p>
          <a:p>
            <a:endParaRPr lang="en-US" sz="3000" b="1">
              <a:latin typeface="Figtree" pitchFamily="2" charset="0"/>
            </a:endParaRPr>
          </a:p>
          <a:p>
            <a:pPr marL="457200" indent="-457200">
              <a:buFont typeface="Arial" panose="020B0604020202020204" pitchFamily="34" charset="0"/>
              <a:buChar char="•"/>
            </a:pPr>
            <a:r>
              <a:rPr lang="en-US" sz="3000" b="1">
                <a:latin typeface="Figtree" pitchFamily="2" charset="0"/>
              </a:rPr>
              <a:t>Execution certainty</a:t>
            </a:r>
            <a:r>
              <a:rPr lang="en-US" sz="3000">
                <a:latin typeface="Figtree" pitchFamily="2" charset="0"/>
              </a:rPr>
              <a:t>, with no additional local or utilities’ approvals required</a:t>
            </a:r>
          </a:p>
          <a:p>
            <a:pPr marL="457200" indent="-457200">
              <a:buFont typeface="Arial" panose="020B0604020202020204" pitchFamily="34" charset="0"/>
              <a:buChar char="•"/>
            </a:pPr>
            <a:endParaRPr lang="en-US" sz="3000" b="1">
              <a:latin typeface="Figtree" pitchFamily="2" charset="0"/>
            </a:endParaRPr>
          </a:p>
          <a:p>
            <a:pPr marL="457200" indent="-457200">
              <a:buFont typeface="Arial" panose="020B0604020202020204" pitchFamily="34" charset="0"/>
              <a:buChar char="•"/>
            </a:pPr>
            <a:r>
              <a:rPr lang="en-US" sz="3000" b="1">
                <a:latin typeface="Figtree" pitchFamily="2" charset="0"/>
              </a:rPr>
              <a:t>Timeline visibility</a:t>
            </a:r>
            <a:r>
              <a:rPr lang="en-US" sz="3000">
                <a:latin typeface="Figtree" pitchFamily="2" charset="0"/>
              </a:rPr>
              <a:t>, with high-demand, long-lead time transformers already ordered in Aug’24</a:t>
            </a:r>
          </a:p>
          <a:p>
            <a:pPr marL="457200" indent="-457200">
              <a:buFont typeface="Arial" panose="020B0604020202020204" pitchFamily="34" charset="0"/>
              <a:buChar char="•"/>
            </a:pPr>
            <a:endParaRPr lang="en-US" sz="3000">
              <a:latin typeface="Figtree" pitchFamily="2" charset="0"/>
            </a:endParaRPr>
          </a:p>
          <a:p>
            <a:pPr marL="457200" indent="-457200">
              <a:buFont typeface="Arial" panose="020B0604020202020204" pitchFamily="34" charset="0"/>
              <a:buChar char="•"/>
            </a:pPr>
            <a:r>
              <a:rPr lang="en-US" sz="3000" b="1">
                <a:latin typeface="Figtree" pitchFamily="2" charset="0"/>
              </a:rPr>
              <a:t>Scalability potential</a:t>
            </a:r>
            <a:r>
              <a:rPr lang="en-US" sz="3000">
                <a:latin typeface="Figtree" pitchFamily="2" charset="0"/>
              </a:rPr>
              <a:t>, with clear path and capacity to expand operations</a:t>
            </a:r>
          </a:p>
          <a:p>
            <a:pPr marL="457200" indent="-457200">
              <a:buFont typeface="Arial" panose="020B0604020202020204" pitchFamily="34" charset="0"/>
              <a:buChar char="•"/>
            </a:pPr>
            <a:endParaRPr lang="en-US" sz="3000" b="1">
              <a:latin typeface="Figtree" pitchFamily="2" charset="0"/>
            </a:endParaRPr>
          </a:p>
          <a:p>
            <a:pPr marL="457200" indent="-457200">
              <a:buFont typeface="Arial" panose="020B0604020202020204" pitchFamily="34" charset="0"/>
              <a:buChar char="•"/>
            </a:pPr>
            <a:r>
              <a:rPr lang="en-US" sz="3000" b="1">
                <a:latin typeface="Figtree" pitchFamily="2" charset="0"/>
              </a:rPr>
              <a:t>Savings on costs</a:t>
            </a:r>
            <a:r>
              <a:rPr lang="en-US" sz="3000">
                <a:latin typeface="Figtree" pitchFamily="2" charset="0"/>
              </a:rPr>
              <a:t>, through access to VHV grid charges vs. HV charges </a:t>
            </a:r>
          </a:p>
        </p:txBody>
      </p:sp>
    </p:spTree>
    <p:extLst>
      <p:ext uri="{BB962C8B-B14F-4D97-AF65-F5344CB8AC3E}">
        <p14:creationId xmlns:p14="http://schemas.microsoft.com/office/powerpoint/2010/main" val="2164461394"/>
      </p:ext>
    </p:extLst>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0DD60B6C-97EE-E281-2ED0-092CD375472B}"/>
              </a:ext>
            </a:extLst>
          </p:cNvPr>
          <p:cNvSpPr/>
          <p:nvPr/>
        </p:nvSpPr>
        <p:spPr>
          <a:xfrm>
            <a:off x="16800875" y="6984608"/>
            <a:ext cx="7586299" cy="6731391"/>
          </a:xfrm>
          <a:prstGeom prst="rect">
            <a:avLst/>
          </a:prstGeom>
          <a:solidFill>
            <a:srgbClr val="EDEB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828800"/>
            <a:endParaRPr lang="en-GB">
              <a:solidFill>
                <a:srgbClr val="F4F4FF"/>
              </a:solidFill>
              <a:latin typeface="Aptos" panose="02110004020202020204"/>
            </a:endParaRPr>
          </a:p>
        </p:txBody>
      </p:sp>
      <p:sp>
        <p:nvSpPr>
          <p:cNvPr id="2" name="Title 1">
            <a:extLst>
              <a:ext uri="{FF2B5EF4-FFF2-40B4-BE49-F238E27FC236}">
                <a16:creationId xmlns:a16="http://schemas.microsoft.com/office/drawing/2014/main" id="{B3A66FED-FC35-EC29-20FF-128206B26DB2}"/>
              </a:ext>
            </a:extLst>
          </p:cNvPr>
          <p:cNvSpPr>
            <a:spLocks noGrp="1"/>
          </p:cNvSpPr>
          <p:nvPr>
            <p:ph type="title"/>
          </p:nvPr>
        </p:nvSpPr>
        <p:spPr>
          <a:xfrm>
            <a:off x="1023948" y="736599"/>
            <a:ext cx="22268928" cy="1653786"/>
          </a:xfrm>
        </p:spPr>
        <p:txBody>
          <a:bodyPr/>
          <a:lstStyle/>
          <a:p>
            <a:r>
              <a:rPr lang="en-US">
                <a:solidFill>
                  <a:schemeClr val="tx1"/>
                </a:solidFill>
              </a:rPr>
              <a:t>By combining </a:t>
            </a:r>
            <a:r>
              <a:rPr lang="en-US">
                <a:solidFill>
                  <a:srgbClr val="00C159"/>
                </a:solidFill>
              </a:rPr>
              <a:t>seawater</a:t>
            </a:r>
            <a:r>
              <a:rPr lang="en-US">
                <a:solidFill>
                  <a:schemeClr val="tx1"/>
                </a:solidFill>
              </a:rPr>
              <a:t> and </a:t>
            </a:r>
            <a:r>
              <a:rPr lang="en-US">
                <a:solidFill>
                  <a:srgbClr val="00C159"/>
                </a:solidFill>
              </a:rPr>
              <a:t>liquid cooling</a:t>
            </a:r>
            <a:r>
              <a:rPr lang="en-US">
                <a:solidFill>
                  <a:schemeClr val="tx1"/>
                </a:solidFill>
              </a:rPr>
              <a:t>, Start Campus offers an ultra-efficient thermal backbone for </a:t>
            </a:r>
            <a:r>
              <a:rPr lang="en-US">
                <a:solidFill>
                  <a:srgbClr val="00C159"/>
                </a:solidFill>
              </a:rPr>
              <a:t>AI workloads at scale</a:t>
            </a:r>
            <a:endParaRPr lang="en-GB">
              <a:solidFill>
                <a:schemeClr val="tx1"/>
              </a:solidFill>
            </a:endParaRPr>
          </a:p>
        </p:txBody>
      </p:sp>
      <p:sp>
        <p:nvSpPr>
          <p:cNvPr id="5" name="Slide Number Placeholder 4">
            <a:extLst>
              <a:ext uri="{FF2B5EF4-FFF2-40B4-BE49-F238E27FC236}">
                <a16:creationId xmlns:a16="http://schemas.microsoft.com/office/drawing/2014/main" id="{E9EDA393-ADB8-29D6-C613-E240702DA2D8}"/>
              </a:ext>
            </a:extLst>
          </p:cNvPr>
          <p:cNvSpPr>
            <a:spLocks noGrp="1"/>
          </p:cNvSpPr>
          <p:nvPr>
            <p:ph type="sldNum" sz="quarter" idx="12"/>
          </p:nvPr>
        </p:nvSpPr>
        <p:spPr/>
        <p:txBody>
          <a:bodyPr/>
          <a:lstStyle/>
          <a:p>
            <a:fld id="{5F99CA44-E461-4342-8946-62027848508A}" type="slidenum">
              <a:rPr lang="en-PT" smtClean="0"/>
              <a:pPr/>
              <a:t>8</a:t>
            </a:fld>
            <a:endParaRPr lang="en-PT"/>
          </a:p>
        </p:txBody>
      </p:sp>
      <p:sp>
        <p:nvSpPr>
          <p:cNvPr id="21" name="TextBox 20">
            <a:extLst>
              <a:ext uri="{FF2B5EF4-FFF2-40B4-BE49-F238E27FC236}">
                <a16:creationId xmlns:a16="http://schemas.microsoft.com/office/drawing/2014/main" id="{58AC9B88-E2AD-AAA3-F04E-B5E5889B64DB}"/>
              </a:ext>
            </a:extLst>
          </p:cNvPr>
          <p:cNvSpPr txBox="1"/>
          <p:nvPr/>
        </p:nvSpPr>
        <p:spPr>
          <a:xfrm>
            <a:off x="17097730" y="7168550"/>
            <a:ext cx="6840793" cy="6217087"/>
          </a:xfrm>
          <a:prstGeom prst="rect">
            <a:avLst/>
          </a:prstGeom>
          <a:noFill/>
        </p:spPr>
        <p:txBody>
          <a:bodyPr wrap="square">
            <a:spAutoFit/>
          </a:bodyPr>
          <a:lstStyle/>
          <a:p>
            <a:pPr algn="ctr"/>
            <a:r>
              <a:rPr lang="en-US" sz="3000" b="1">
                <a:solidFill>
                  <a:srgbClr val="00C159"/>
                </a:solidFill>
                <a:latin typeface="Figtree" pitchFamily="2" charset="0"/>
              </a:rPr>
              <a:t>Key benefits</a:t>
            </a:r>
            <a:endParaRPr lang="en-US" sz="3000">
              <a:latin typeface="Figtree" pitchFamily="2" charset="0"/>
            </a:endParaRPr>
          </a:p>
          <a:p>
            <a:pPr marL="457200" indent="-457200">
              <a:buFont typeface="Arial" panose="020B0604020202020204" pitchFamily="34" charset="0"/>
              <a:buChar char="•"/>
            </a:pPr>
            <a:endParaRPr lang="en-US" sz="3000">
              <a:latin typeface="Figtree" pitchFamily="2" charset="0"/>
            </a:endParaRPr>
          </a:p>
          <a:p>
            <a:pPr marL="457200" indent="-457200">
              <a:buFont typeface="Arial" panose="020B0604020202020204" pitchFamily="34" charset="0"/>
              <a:buChar char="•"/>
            </a:pPr>
            <a:r>
              <a:rPr lang="en-US" sz="2800">
                <a:latin typeface="Figtree" pitchFamily="2" charset="0"/>
              </a:rPr>
              <a:t>Lower operating costs, with </a:t>
            </a:r>
            <a:r>
              <a:rPr lang="en-US" sz="2800" b="1">
                <a:latin typeface="Figtree" pitchFamily="2" charset="0"/>
              </a:rPr>
              <a:t>unmatched efficiency </a:t>
            </a:r>
            <a:r>
              <a:rPr lang="en-US" sz="2800">
                <a:latin typeface="Figtree" pitchFamily="2" charset="0"/>
              </a:rPr>
              <a:t>and </a:t>
            </a:r>
            <a:r>
              <a:rPr lang="en-US" sz="2800" b="1">
                <a:latin typeface="Figtree" pitchFamily="2" charset="0"/>
              </a:rPr>
              <a:t>low PUE</a:t>
            </a:r>
          </a:p>
          <a:p>
            <a:endParaRPr lang="en-US" sz="2800">
              <a:latin typeface="Figtree" pitchFamily="2" charset="0"/>
            </a:endParaRPr>
          </a:p>
          <a:p>
            <a:pPr marL="457200" indent="-457200">
              <a:buFont typeface="Arial" panose="020B0604020202020204" pitchFamily="34" charset="0"/>
              <a:buChar char="•"/>
            </a:pPr>
            <a:r>
              <a:rPr lang="en-US" sz="2800">
                <a:latin typeface="Figtree" pitchFamily="2" charset="0"/>
              </a:rPr>
              <a:t>Industry-leading </a:t>
            </a:r>
            <a:r>
              <a:rPr lang="en-US" sz="2800" b="1">
                <a:latin typeface="Figtree" pitchFamily="2" charset="0"/>
              </a:rPr>
              <a:t>sustainability credentials</a:t>
            </a:r>
            <a:r>
              <a:rPr lang="en-US" sz="2800">
                <a:latin typeface="Figtree" pitchFamily="2" charset="0"/>
              </a:rPr>
              <a:t>, incl. reduced CO</a:t>
            </a:r>
            <a:r>
              <a:rPr lang="en-US" sz="2800" baseline="-25000">
                <a:latin typeface="Figtree" pitchFamily="2" charset="0"/>
              </a:rPr>
              <a:t>2</a:t>
            </a:r>
            <a:r>
              <a:rPr lang="en-US" sz="2800">
                <a:latin typeface="Figtree" pitchFamily="2" charset="0"/>
              </a:rPr>
              <a:t> emissions, zero potable water use </a:t>
            </a:r>
          </a:p>
          <a:p>
            <a:pPr marL="457200" indent="-457200">
              <a:buFont typeface="Arial" panose="020B0604020202020204" pitchFamily="34" charset="0"/>
              <a:buChar char="•"/>
            </a:pPr>
            <a:endParaRPr lang="en-US" sz="2800">
              <a:latin typeface="Figtree" pitchFamily="2" charset="0"/>
            </a:endParaRPr>
          </a:p>
          <a:p>
            <a:pPr marL="457200" indent="-457200">
              <a:buFont typeface="Arial" panose="020B0604020202020204" pitchFamily="34" charset="0"/>
              <a:buChar char="•"/>
            </a:pPr>
            <a:r>
              <a:rPr lang="en-US" sz="2800" b="1">
                <a:latin typeface="Figtree" pitchFamily="2" charset="0"/>
              </a:rPr>
              <a:t>Consistent performance </a:t>
            </a:r>
            <a:r>
              <a:rPr lang="en-US" sz="2800">
                <a:latin typeface="Figtree" pitchFamily="2" charset="0"/>
              </a:rPr>
              <a:t>and </a:t>
            </a:r>
            <a:r>
              <a:rPr lang="en-US" sz="2800" b="1">
                <a:latin typeface="Figtree" pitchFamily="2" charset="0"/>
              </a:rPr>
              <a:t>uptime </a:t>
            </a:r>
            <a:r>
              <a:rPr lang="en-US" sz="2800">
                <a:latin typeface="Figtree" pitchFamily="2" charset="0"/>
              </a:rPr>
              <a:t>with resilient, thermally stable cooling </a:t>
            </a:r>
          </a:p>
          <a:p>
            <a:pPr marL="457200" indent="-457200">
              <a:buFont typeface="Arial" panose="020B0604020202020204" pitchFamily="34" charset="0"/>
              <a:buChar char="•"/>
            </a:pPr>
            <a:endParaRPr lang="en-US" sz="2800">
              <a:latin typeface="Figtree" pitchFamily="2" charset="0"/>
            </a:endParaRPr>
          </a:p>
          <a:p>
            <a:pPr marL="457200" indent="-457200">
              <a:buFont typeface="Arial" panose="020B0604020202020204" pitchFamily="34" charset="0"/>
              <a:buChar char="•"/>
            </a:pPr>
            <a:r>
              <a:rPr lang="en-US" sz="2800" b="1">
                <a:latin typeface="Figtree" pitchFamily="2" charset="0"/>
              </a:rPr>
              <a:t>Reduced </a:t>
            </a:r>
            <a:r>
              <a:rPr lang="en-US" sz="2800" b="1" err="1">
                <a:latin typeface="Figtree" pitchFamily="2" charset="0"/>
              </a:rPr>
              <a:t>fitout</a:t>
            </a:r>
            <a:r>
              <a:rPr lang="en-US" sz="2800" b="1">
                <a:latin typeface="Figtree" pitchFamily="2" charset="0"/>
              </a:rPr>
              <a:t> capex </a:t>
            </a:r>
            <a:r>
              <a:rPr lang="en-US" sz="2800">
                <a:latin typeface="Figtree" pitchFamily="2" charset="0"/>
              </a:rPr>
              <a:t>required</a:t>
            </a:r>
            <a:endParaRPr lang="en-US" sz="3000">
              <a:latin typeface="Figtree" pitchFamily="2" charset="0"/>
            </a:endParaRPr>
          </a:p>
          <a:p>
            <a:pPr marL="457200" indent="-457200">
              <a:buFont typeface="Arial" panose="020B0604020202020204" pitchFamily="34" charset="0"/>
              <a:buChar char="•"/>
            </a:pPr>
            <a:endParaRPr lang="en-US" sz="3000">
              <a:latin typeface="Figtree" pitchFamily="2" charset="0"/>
            </a:endParaRPr>
          </a:p>
        </p:txBody>
      </p:sp>
      <p:grpSp>
        <p:nvGrpSpPr>
          <p:cNvPr id="26" name="Group 25">
            <a:extLst>
              <a:ext uri="{FF2B5EF4-FFF2-40B4-BE49-F238E27FC236}">
                <a16:creationId xmlns:a16="http://schemas.microsoft.com/office/drawing/2014/main" id="{E7564FE9-337C-942F-0456-F1566A14A220}"/>
              </a:ext>
            </a:extLst>
          </p:cNvPr>
          <p:cNvGrpSpPr/>
          <p:nvPr/>
        </p:nvGrpSpPr>
        <p:grpSpPr>
          <a:xfrm>
            <a:off x="1237104" y="3436805"/>
            <a:ext cx="13487081" cy="4914837"/>
            <a:chOff x="1237104" y="3933364"/>
            <a:chExt cx="15245545" cy="6792685"/>
          </a:xfrm>
        </p:grpSpPr>
        <p:grpSp>
          <p:nvGrpSpPr>
            <p:cNvPr id="8" name="Group 7">
              <a:extLst>
                <a:ext uri="{FF2B5EF4-FFF2-40B4-BE49-F238E27FC236}">
                  <a16:creationId xmlns:a16="http://schemas.microsoft.com/office/drawing/2014/main" id="{2951406D-D19D-1028-4540-124B6CBBC353}"/>
                </a:ext>
              </a:extLst>
            </p:cNvPr>
            <p:cNvGrpSpPr/>
            <p:nvPr/>
          </p:nvGrpSpPr>
          <p:grpSpPr>
            <a:xfrm>
              <a:off x="1237104" y="6662860"/>
              <a:ext cx="2936743" cy="2019317"/>
              <a:chOff x="1637154" y="6662860"/>
              <a:chExt cx="2936743" cy="2019317"/>
            </a:xfrm>
          </p:grpSpPr>
          <p:pic>
            <p:nvPicPr>
              <p:cNvPr id="9" name="Graphic 8" descr="Wave outline">
                <a:extLst>
                  <a:ext uri="{FF2B5EF4-FFF2-40B4-BE49-F238E27FC236}">
                    <a16:creationId xmlns:a16="http://schemas.microsoft.com/office/drawing/2014/main" id="{4C0CDB39-AC99-0693-71E2-301D5F94035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242180" y="6662860"/>
                <a:ext cx="1726690" cy="1726690"/>
              </a:xfrm>
              <a:prstGeom prst="rect">
                <a:avLst/>
              </a:prstGeom>
            </p:spPr>
          </p:pic>
          <p:sp>
            <p:nvSpPr>
              <p:cNvPr id="10" name="TextBox 9">
                <a:extLst>
                  <a:ext uri="{FF2B5EF4-FFF2-40B4-BE49-F238E27FC236}">
                    <a16:creationId xmlns:a16="http://schemas.microsoft.com/office/drawing/2014/main" id="{DDBB1401-DAD6-CDA0-1636-9AFF1CCADB57}"/>
                  </a:ext>
                </a:extLst>
              </p:cNvPr>
              <p:cNvSpPr txBox="1"/>
              <p:nvPr/>
            </p:nvSpPr>
            <p:spPr>
              <a:xfrm>
                <a:off x="1637154" y="8220512"/>
                <a:ext cx="2936743" cy="461665"/>
              </a:xfrm>
              <a:prstGeom prst="rect">
                <a:avLst/>
              </a:prstGeom>
              <a:noFill/>
            </p:spPr>
            <p:txBody>
              <a:bodyPr wrap="square">
                <a:spAutoFit/>
              </a:bodyPr>
              <a:lstStyle/>
              <a:p>
                <a:pPr algn="ctr"/>
                <a:r>
                  <a:rPr lang="en-US" sz="2400">
                    <a:latin typeface="Figtree" pitchFamily="2" charset="0"/>
                  </a:rPr>
                  <a:t>Atlantic Ocean</a:t>
                </a:r>
                <a:endParaRPr lang="en-GB" sz="2400"/>
              </a:p>
            </p:txBody>
          </p:sp>
          <p:sp>
            <p:nvSpPr>
              <p:cNvPr id="11" name="TextBox 10">
                <a:extLst>
                  <a:ext uri="{FF2B5EF4-FFF2-40B4-BE49-F238E27FC236}">
                    <a16:creationId xmlns:a16="http://schemas.microsoft.com/office/drawing/2014/main" id="{6EF4EC49-EC64-51BE-9536-633C4F46D5C5}"/>
                  </a:ext>
                </a:extLst>
              </p:cNvPr>
              <p:cNvSpPr txBox="1"/>
              <p:nvPr/>
            </p:nvSpPr>
            <p:spPr>
              <a:xfrm>
                <a:off x="1637154" y="6669801"/>
                <a:ext cx="2936743" cy="461665"/>
              </a:xfrm>
              <a:prstGeom prst="rect">
                <a:avLst/>
              </a:prstGeom>
              <a:noFill/>
            </p:spPr>
            <p:txBody>
              <a:bodyPr wrap="square">
                <a:spAutoFit/>
              </a:bodyPr>
              <a:lstStyle/>
              <a:p>
                <a:pPr algn="ctr"/>
                <a:endParaRPr lang="en-GB" sz="2400"/>
              </a:p>
            </p:txBody>
          </p:sp>
        </p:grpSp>
        <p:cxnSp>
          <p:nvCxnSpPr>
            <p:cNvPr id="12" name="Straight Connector 11">
              <a:extLst>
                <a:ext uri="{FF2B5EF4-FFF2-40B4-BE49-F238E27FC236}">
                  <a16:creationId xmlns:a16="http://schemas.microsoft.com/office/drawing/2014/main" id="{0D43021E-F4F2-DBBE-4C54-05096CCA2008}"/>
                </a:ext>
              </a:extLst>
            </p:cNvPr>
            <p:cNvCxnSpPr>
              <a:cxnSpLocks/>
            </p:cNvCxnSpPr>
            <p:nvPr/>
          </p:nvCxnSpPr>
          <p:spPr>
            <a:xfrm>
              <a:off x="9022231" y="4688075"/>
              <a:ext cx="0" cy="6037974"/>
            </a:xfrm>
            <a:prstGeom prst="line">
              <a:avLst/>
            </a:prstGeom>
            <a:ln>
              <a:solidFill>
                <a:schemeClr val="bg1">
                  <a:lumMod val="50000"/>
                </a:schemeClr>
              </a:solidFill>
              <a:prstDash val="dash"/>
            </a:ln>
          </p:spPr>
          <p:style>
            <a:lnRef idx="2">
              <a:schemeClr val="accent1"/>
            </a:lnRef>
            <a:fillRef idx="0">
              <a:schemeClr val="accent1"/>
            </a:fillRef>
            <a:effectRef idx="1">
              <a:schemeClr val="accent1"/>
            </a:effectRef>
            <a:fontRef idx="minor">
              <a:schemeClr val="tx1"/>
            </a:fontRef>
          </p:style>
        </p:cxnSp>
        <p:sp>
          <p:nvSpPr>
            <p:cNvPr id="13" name="Rectangle 12">
              <a:extLst>
                <a:ext uri="{FF2B5EF4-FFF2-40B4-BE49-F238E27FC236}">
                  <a16:creationId xmlns:a16="http://schemas.microsoft.com/office/drawing/2014/main" id="{3B43BABE-2DA2-0D6B-E5C8-03B9EFAACF74}"/>
                </a:ext>
              </a:extLst>
            </p:cNvPr>
            <p:cNvSpPr/>
            <p:nvPr/>
          </p:nvSpPr>
          <p:spPr>
            <a:xfrm>
              <a:off x="7704180" y="6632058"/>
              <a:ext cx="2636105" cy="2150007"/>
            </a:xfrm>
            <a:prstGeom prst="rect">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a:latin typeface="Figtree" pitchFamily="2" charset="0"/>
                </a:rPr>
                <a:t>Heat Exchanger</a:t>
              </a:r>
              <a:endParaRPr lang="en-GB" sz="3200">
                <a:latin typeface="Figtree" pitchFamily="2" charset="0"/>
              </a:endParaRPr>
            </a:p>
          </p:txBody>
        </p:sp>
        <p:sp>
          <p:nvSpPr>
            <p:cNvPr id="14" name="Isosceles Triangle 13">
              <a:extLst>
                <a:ext uri="{FF2B5EF4-FFF2-40B4-BE49-F238E27FC236}">
                  <a16:creationId xmlns:a16="http://schemas.microsoft.com/office/drawing/2014/main" id="{D6CD559C-8166-DC1B-36DD-7371EAE95386}"/>
                </a:ext>
              </a:extLst>
            </p:cNvPr>
            <p:cNvSpPr/>
            <p:nvPr/>
          </p:nvSpPr>
          <p:spPr>
            <a:xfrm rot="5400000">
              <a:off x="12367039" y="4991608"/>
              <a:ext cx="819028" cy="468923"/>
            </a:xfrm>
            <a:prstGeom prst="triangle">
              <a:avLst/>
            </a:prstGeom>
            <a:solidFill>
              <a:srgbClr val="00C1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a:extLst>
                <a:ext uri="{FF2B5EF4-FFF2-40B4-BE49-F238E27FC236}">
                  <a16:creationId xmlns:a16="http://schemas.microsoft.com/office/drawing/2014/main" id="{C0B06238-CF23-7A57-F937-F97C2677D6C7}"/>
                </a:ext>
              </a:extLst>
            </p:cNvPr>
            <p:cNvSpPr/>
            <p:nvPr/>
          </p:nvSpPr>
          <p:spPr>
            <a:xfrm>
              <a:off x="14224033" y="6563072"/>
              <a:ext cx="2258616" cy="2150005"/>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a:latin typeface="Figtree" pitchFamily="2" charset="0"/>
                </a:rPr>
                <a:t>Data Center</a:t>
              </a:r>
            </a:p>
          </p:txBody>
        </p:sp>
        <p:sp>
          <p:nvSpPr>
            <p:cNvPr id="16" name="Isosceles Triangle 15">
              <a:extLst>
                <a:ext uri="{FF2B5EF4-FFF2-40B4-BE49-F238E27FC236}">
                  <a16:creationId xmlns:a16="http://schemas.microsoft.com/office/drawing/2014/main" id="{9ABFD584-F066-BF26-733E-E23C9C67D21C}"/>
                </a:ext>
              </a:extLst>
            </p:cNvPr>
            <p:cNvSpPr/>
            <p:nvPr/>
          </p:nvSpPr>
          <p:spPr>
            <a:xfrm rot="16200000" flipH="1">
              <a:off x="12367039" y="9814268"/>
              <a:ext cx="819028" cy="468923"/>
            </a:xfrm>
            <a:prstGeom prst="triangle">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TextBox 16">
              <a:extLst>
                <a:ext uri="{FF2B5EF4-FFF2-40B4-BE49-F238E27FC236}">
                  <a16:creationId xmlns:a16="http://schemas.microsoft.com/office/drawing/2014/main" id="{AA7C53F2-ECF3-FAD4-C330-B8ABF005228F}"/>
                </a:ext>
              </a:extLst>
            </p:cNvPr>
            <p:cNvSpPr txBox="1"/>
            <p:nvPr/>
          </p:nvSpPr>
          <p:spPr>
            <a:xfrm>
              <a:off x="3364070" y="3933364"/>
              <a:ext cx="3977778" cy="800181"/>
            </a:xfrm>
            <a:prstGeom prst="rect">
              <a:avLst/>
            </a:prstGeom>
            <a:noFill/>
          </p:spPr>
          <p:txBody>
            <a:bodyPr wrap="square">
              <a:spAutoFit/>
            </a:bodyPr>
            <a:lstStyle/>
            <a:p>
              <a:pPr algn="ctr"/>
              <a:r>
                <a:rPr lang="en-US" sz="2000">
                  <a:solidFill>
                    <a:schemeClr val="bg1">
                      <a:lumMod val="50000"/>
                    </a:schemeClr>
                  </a:solidFill>
                  <a:latin typeface="Figtree" pitchFamily="2" charset="0"/>
                </a:rPr>
                <a:t>Sea Water System </a:t>
              </a:r>
              <a:br>
                <a:rPr lang="en-US" sz="2000">
                  <a:solidFill>
                    <a:schemeClr val="bg1">
                      <a:lumMod val="50000"/>
                    </a:schemeClr>
                  </a:solidFill>
                  <a:latin typeface="Figtree" pitchFamily="2" charset="0"/>
                </a:rPr>
              </a:br>
              <a:r>
                <a:rPr lang="en-US" sz="2000">
                  <a:solidFill>
                    <a:schemeClr val="bg1">
                      <a:lumMod val="50000"/>
                    </a:schemeClr>
                  </a:solidFill>
                  <a:latin typeface="Figtree" pitchFamily="2" charset="0"/>
                </a:rPr>
                <a:t>(Open Loop)</a:t>
              </a:r>
              <a:endParaRPr lang="en-GB" sz="2000">
                <a:solidFill>
                  <a:schemeClr val="bg1">
                    <a:lumMod val="50000"/>
                  </a:schemeClr>
                </a:solidFill>
              </a:endParaRPr>
            </a:p>
          </p:txBody>
        </p:sp>
        <p:sp>
          <p:nvSpPr>
            <p:cNvPr id="18" name="TextBox 17">
              <a:extLst>
                <a:ext uri="{FF2B5EF4-FFF2-40B4-BE49-F238E27FC236}">
                  <a16:creationId xmlns:a16="http://schemas.microsoft.com/office/drawing/2014/main" id="{769F096C-800C-9B6A-7FD6-86F368E6BFE9}"/>
                </a:ext>
              </a:extLst>
            </p:cNvPr>
            <p:cNvSpPr txBox="1"/>
            <p:nvPr/>
          </p:nvSpPr>
          <p:spPr>
            <a:xfrm>
              <a:off x="10375127" y="3933364"/>
              <a:ext cx="4802853" cy="800181"/>
            </a:xfrm>
            <a:prstGeom prst="rect">
              <a:avLst/>
            </a:prstGeom>
            <a:noFill/>
          </p:spPr>
          <p:txBody>
            <a:bodyPr wrap="square">
              <a:spAutoFit/>
            </a:bodyPr>
            <a:lstStyle/>
            <a:p>
              <a:pPr algn="ctr"/>
              <a:r>
                <a:rPr lang="en-US" sz="2000">
                  <a:solidFill>
                    <a:schemeClr val="bg1">
                      <a:lumMod val="50000"/>
                    </a:schemeClr>
                  </a:solidFill>
                  <a:latin typeface="Figtree" pitchFamily="2" charset="0"/>
                </a:rPr>
                <a:t>Process Cooling Water </a:t>
              </a:r>
              <a:br>
                <a:rPr lang="en-US" sz="2000">
                  <a:solidFill>
                    <a:schemeClr val="bg1">
                      <a:lumMod val="50000"/>
                    </a:schemeClr>
                  </a:solidFill>
                  <a:latin typeface="Figtree" pitchFamily="2" charset="0"/>
                </a:rPr>
              </a:br>
              <a:r>
                <a:rPr lang="en-US" sz="2000">
                  <a:solidFill>
                    <a:schemeClr val="bg1">
                      <a:lumMod val="50000"/>
                    </a:schemeClr>
                  </a:solidFill>
                  <a:latin typeface="Figtree" pitchFamily="2" charset="0"/>
                </a:rPr>
                <a:t>(Closed Loop)</a:t>
              </a:r>
              <a:endParaRPr lang="en-GB" sz="2000">
                <a:solidFill>
                  <a:schemeClr val="bg1">
                    <a:lumMod val="50000"/>
                  </a:schemeClr>
                </a:solidFill>
              </a:endParaRPr>
            </a:p>
          </p:txBody>
        </p:sp>
        <p:sp>
          <p:nvSpPr>
            <p:cNvPr id="19" name="Isosceles Triangle 18">
              <a:extLst>
                <a:ext uri="{FF2B5EF4-FFF2-40B4-BE49-F238E27FC236}">
                  <a16:creationId xmlns:a16="http://schemas.microsoft.com/office/drawing/2014/main" id="{293673E0-2383-49E2-9923-1A73D4857056}"/>
                </a:ext>
              </a:extLst>
            </p:cNvPr>
            <p:cNvSpPr/>
            <p:nvPr/>
          </p:nvSpPr>
          <p:spPr>
            <a:xfrm rot="5400000">
              <a:off x="4943445" y="4991609"/>
              <a:ext cx="819028" cy="468923"/>
            </a:xfrm>
            <a:prstGeom prst="triangle">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Isosceles Triangle 19">
              <a:extLst>
                <a:ext uri="{FF2B5EF4-FFF2-40B4-BE49-F238E27FC236}">
                  <a16:creationId xmlns:a16="http://schemas.microsoft.com/office/drawing/2014/main" id="{0566F701-7ABB-7221-5714-C26561045F31}"/>
                </a:ext>
              </a:extLst>
            </p:cNvPr>
            <p:cNvSpPr/>
            <p:nvPr/>
          </p:nvSpPr>
          <p:spPr>
            <a:xfrm rot="16200000" flipH="1">
              <a:off x="4943445" y="9814269"/>
              <a:ext cx="819028" cy="468923"/>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2" name="Connector: Elbow 21">
              <a:extLst>
                <a:ext uri="{FF2B5EF4-FFF2-40B4-BE49-F238E27FC236}">
                  <a16:creationId xmlns:a16="http://schemas.microsoft.com/office/drawing/2014/main" id="{7A964AF9-8ED1-6478-44C6-04B6A87D62B5}"/>
                </a:ext>
              </a:extLst>
            </p:cNvPr>
            <p:cNvCxnSpPr>
              <a:cxnSpLocks/>
              <a:stCxn id="15" idx="2"/>
              <a:endCxn id="15" idx="0"/>
            </p:cNvCxnSpPr>
            <p:nvPr/>
          </p:nvCxnSpPr>
          <p:spPr>
            <a:xfrm rot="5400000" flipH="1">
              <a:off x="14278338" y="7638075"/>
              <a:ext cx="2150005" cy="12700"/>
            </a:xfrm>
            <a:prstGeom prst="bentConnector5">
              <a:avLst>
                <a:gd name="adj1" fmla="val -62024"/>
                <a:gd name="adj2" fmla="val 41092173"/>
                <a:gd name="adj3" fmla="val 162024"/>
              </a:avLst>
            </a:prstGeom>
            <a:ln w="76200">
              <a:gradFill flip="none" rotWithShape="1">
                <a:gsLst>
                  <a:gs pos="0">
                    <a:srgbClr val="00C159"/>
                  </a:gs>
                  <a:gs pos="100000">
                    <a:srgbClr val="FFC000"/>
                  </a:gs>
                </a:gsLst>
                <a:lin ang="10800000" scaled="1"/>
                <a:tileRect/>
              </a:gradFill>
            </a:ln>
          </p:spPr>
          <p:style>
            <a:lnRef idx="2">
              <a:schemeClr val="accent1"/>
            </a:lnRef>
            <a:fillRef idx="0">
              <a:schemeClr val="accent1"/>
            </a:fillRef>
            <a:effectRef idx="1">
              <a:schemeClr val="accent1"/>
            </a:effectRef>
            <a:fontRef idx="minor">
              <a:schemeClr val="tx1"/>
            </a:fontRef>
          </p:style>
        </p:cxnSp>
        <p:cxnSp>
          <p:nvCxnSpPr>
            <p:cNvPr id="23" name="Connector: Elbow 22">
              <a:extLst>
                <a:ext uri="{FF2B5EF4-FFF2-40B4-BE49-F238E27FC236}">
                  <a16:creationId xmlns:a16="http://schemas.microsoft.com/office/drawing/2014/main" id="{7928C63C-84D5-B890-CD71-50B123BEDFFD}"/>
                </a:ext>
              </a:extLst>
            </p:cNvPr>
            <p:cNvCxnSpPr>
              <a:cxnSpLocks/>
              <a:stCxn id="10" idx="2"/>
              <a:endCxn id="11" idx="0"/>
            </p:cNvCxnSpPr>
            <p:nvPr/>
          </p:nvCxnSpPr>
          <p:spPr>
            <a:xfrm rot="5400000" flipH="1">
              <a:off x="1699288" y="7675989"/>
              <a:ext cx="2012376" cy="12700"/>
            </a:xfrm>
            <a:prstGeom prst="bentConnector5">
              <a:avLst>
                <a:gd name="adj1" fmla="val -68159"/>
                <a:gd name="adj2" fmla="val -40788024"/>
                <a:gd name="adj3" fmla="val 172486"/>
              </a:avLst>
            </a:prstGeom>
            <a:ln w="76200">
              <a:gradFill flip="none" rotWithShape="1">
                <a:gsLst>
                  <a:gs pos="0">
                    <a:srgbClr val="156082"/>
                  </a:gs>
                  <a:gs pos="100000">
                    <a:schemeClr val="accent4"/>
                  </a:gs>
                </a:gsLst>
                <a:lin ang="10800000" scaled="1"/>
                <a:tileRect/>
              </a:gradFill>
            </a:ln>
          </p:spPr>
          <p:style>
            <a:lnRef idx="2">
              <a:schemeClr val="accent1"/>
            </a:lnRef>
            <a:fillRef idx="0">
              <a:schemeClr val="accent1"/>
            </a:fillRef>
            <a:effectRef idx="1">
              <a:schemeClr val="accent1"/>
            </a:effectRef>
            <a:fontRef idx="minor">
              <a:schemeClr val="tx1"/>
            </a:fontRef>
          </p:style>
        </p:cxnSp>
      </p:grpSp>
      <p:pic>
        <p:nvPicPr>
          <p:cNvPr id="1026" name="Picture 2" descr="No alternative text description for this image">
            <a:extLst>
              <a:ext uri="{FF2B5EF4-FFF2-40B4-BE49-F238E27FC236}">
                <a16:creationId xmlns:a16="http://schemas.microsoft.com/office/drawing/2014/main" id="{ACFA74F0-77E3-5DA4-EA8B-B66F7B8C2FAD}"/>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272197" y="9360478"/>
            <a:ext cx="4516590" cy="3010325"/>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6" descr="A large room with blue machines&#10;&#10;AI-generated content may be incorrect.">
            <a:extLst>
              <a:ext uri="{FF2B5EF4-FFF2-40B4-BE49-F238E27FC236}">
                <a16:creationId xmlns:a16="http://schemas.microsoft.com/office/drawing/2014/main" id="{9DCA9156-776D-BA22-159C-8231FE9DB4D7}"/>
              </a:ext>
            </a:extLst>
          </p:cNvPr>
          <p:cNvPicPr>
            <a:picLocks noChangeAspect="1"/>
          </p:cNvPicPr>
          <p:nvPr/>
        </p:nvPicPr>
        <p:blipFill>
          <a:blip r:embed="rId4" cstate="email">
            <a:extLst>
              <a:ext uri="{28A0092B-C50C-407E-A947-70E740481C1C}">
                <a14:useLocalDpi xmlns:a14="http://schemas.microsoft.com/office/drawing/2010/main"/>
              </a:ext>
            </a:extLst>
          </a:blip>
          <a:srcRect/>
          <a:stretch/>
        </p:blipFill>
        <p:spPr>
          <a:xfrm>
            <a:off x="6888252" y="9360478"/>
            <a:ext cx="2610042" cy="3009600"/>
          </a:xfrm>
          <a:prstGeom prst="rect">
            <a:avLst/>
          </a:prstGeom>
          <a:ln w="6350">
            <a:solidFill>
              <a:schemeClr val="tx1"/>
            </a:solidFill>
          </a:ln>
        </p:spPr>
      </p:pic>
      <p:pic>
        <p:nvPicPr>
          <p:cNvPr id="28" name="Picture 27" descr="A close-up of a server room&#10;&#10;AI-generated content may be incorrect.">
            <a:extLst>
              <a:ext uri="{FF2B5EF4-FFF2-40B4-BE49-F238E27FC236}">
                <a16:creationId xmlns:a16="http://schemas.microsoft.com/office/drawing/2014/main" id="{1C5F6AA0-4CCF-B474-05F4-61DE79D6FFA7}"/>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1048199" y="9360478"/>
            <a:ext cx="5350400" cy="3009600"/>
          </a:xfrm>
          <a:prstGeom prst="rect">
            <a:avLst/>
          </a:prstGeom>
          <a:ln w="6350">
            <a:solidFill>
              <a:schemeClr val="tx1"/>
            </a:solidFill>
          </a:ln>
        </p:spPr>
      </p:pic>
      <p:sp>
        <p:nvSpPr>
          <p:cNvPr id="29" name="Isosceles Triangle 28">
            <a:extLst>
              <a:ext uri="{FF2B5EF4-FFF2-40B4-BE49-F238E27FC236}">
                <a16:creationId xmlns:a16="http://schemas.microsoft.com/office/drawing/2014/main" id="{1582E609-A518-EB95-5597-586826513A32}"/>
              </a:ext>
            </a:extLst>
          </p:cNvPr>
          <p:cNvSpPr/>
          <p:nvPr/>
        </p:nvSpPr>
        <p:spPr>
          <a:xfrm>
            <a:off x="272197" y="8601320"/>
            <a:ext cx="4505355" cy="635292"/>
          </a:xfrm>
          <a:prstGeom prst="triangle">
            <a:avLst>
              <a:gd name="adj" fmla="val 78622"/>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Isosceles Triangle 29">
            <a:extLst>
              <a:ext uri="{FF2B5EF4-FFF2-40B4-BE49-F238E27FC236}">
                <a16:creationId xmlns:a16="http://schemas.microsoft.com/office/drawing/2014/main" id="{1D4A3642-16DB-FD2D-CF83-36C935E2CC90}"/>
              </a:ext>
            </a:extLst>
          </p:cNvPr>
          <p:cNvSpPr/>
          <p:nvPr/>
        </p:nvSpPr>
        <p:spPr>
          <a:xfrm>
            <a:off x="6888251" y="8601320"/>
            <a:ext cx="2610043" cy="635292"/>
          </a:xfrm>
          <a:prstGeom prst="triangle">
            <a:avLst/>
          </a:prstGeom>
          <a:gradFill>
            <a:gsLst>
              <a:gs pos="0">
                <a:schemeClr val="bg1">
                  <a:lumMod val="50000"/>
                </a:schemeClr>
              </a:gs>
              <a:gs pos="32000">
                <a:schemeClr val="bg1">
                  <a:lumMod val="75000"/>
                </a:schemeClr>
              </a:gs>
              <a:gs pos="83000">
                <a:schemeClr val="bg1">
                  <a:lumMod val="95000"/>
                </a:schemeClr>
              </a:gs>
              <a:gs pos="100000">
                <a:schemeClr val="bg1">
                  <a:lumMod val="95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Isosceles Triangle 30">
            <a:extLst>
              <a:ext uri="{FF2B5EF4-FFF2-40B4-BE49-F238E27FC236}">
                <a16:creationId xmlns:a16="http://schemas.microsoft.com/office/drawing/2014/main" id="{6A9FC3F1-0E48-B03A-1688-A486298B4E11}"/>
              </a:ext>
            </a:extLst>
          </p:cNvPr>
          <p:cNvSpPr/>
          <p:nvPr/>
        </p:nvSpPr>
        <p:spPr>
          <a:xfrm>
            <a:off x="11047143" y="8601320"/>
            <a:ext cx="5351455" cy="635292"/>
          </a:xfrm>
          <a:prstGeom prst="triangle">
            <a:avLst>
              <a:gd name="adj" fmla="val 30284"/>
            </a:avLst>
          </a:prstGeom>
          <a:gradFill>
            <a:gsLst>
              <a:gs pos="0">
                <a:schemeClr val="accent6">
                  <a:lumMod val="75000"/>
                </a:schemeClr>
              </a:gs>
              <a:gs pos="37000">
                <a:schemeClr val="accent6">
                  <a:lumMod val="60000"/>
                  <a:lumOff val="40000"/>
                </a:schemeClr>
              </a:gs>
              <a:gs pos="83000">
                <a:schemeClr val="accent6">
                  <a:lumMod val="20000"/>
                  <a:lumOff val="80000"/>
                </a:schemeClr>
              </a:gs>
              <a:gs pos="100000">
                <a:schemeClr val="bg1">
                  <a:lumMod val="95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2" name="Picture 2">
            <a:extLst>
              <a:ext uri="{FF2B5EF4-FFF2-40B4-BE49-F238E27FC236}">
                <a16:creationId xmlns:a16="http://schemas.microsoft.com/office/drawing/2014/main" id="{2FE5067B-A3BE-208E-ACCB-2D44F34A89C6}"/>
              </a:ext>
            </a:extLst>
          </p:cNvPr>
          <p:cNvPicPr>
            <a:picLocks noChangeAspect="1" noChangeArrowheads="1"/>
          </p:cNvPicPr>
          <p:nvPr/>
        </p:nvPicPr>
        <p:blipFill>
          <a:blip r:embed="rId6">
            <a:extLst>
              <a:ext uri="{28A0092B-C50C-407E-A947-70E740481C1C}">
                <a14:useLocalDpi xmlns:a14="http://schemas.microsoft.com/office/drawing/2010/main"/>
              </a:ext>
            </a:extLst>
          </a:blip>
          <a:srcRect/>
          <a:stretch>
            <a:fillRect/>
          </a:stretch>
        </p:blipFill>
        <p:spPr bwMode="auto">
          <a:xfrm>
            <a:off x="16800875" y="2786141"/>
            <a:ext cx="7586300" cy="4248328"/>
          </a:xfrm>
          <a:prstGeom prst="rect">
            <a:avLst/>
          </a:prstGeom>
          <a:noFill/>
          <a:extLst>
            <a:ext uri="{909E8E84-426E-40DD-AFC4-6F175D3DCCD1}">
              <a14:hiddenFill xmlns:a14="http://schemas.microsoft.com/office/drawing/2010/main">
                <a:solidFill>
                  <a:srgbClr val="FFFFFF"/>
                </a:solidFill>
              </a14:hiddenFill>
            </a:ext>
          </a:extLst>
        </p:spPr>
      </p:pic>
      <p:sp>
        <p:nvSpPr>
          <p:cNvPr id="33" name="Speech Bubble: Rectangle with Corners Rounded 32">
            <a:extLst>
              <a:ext uri="{FF2B5EF4-FFF2-40B4-BE49-F238E27FC236}">
                <a16:creationId xmlns:a16="http://schemas.microsoft.com/office/drawing/2014/main" id="{40A6E991-FB51-8E87-D985-5BBC3B327158}"/>
              </a:ext>
            </a:extLst>
          </p:cNvPr>
          <p:cNvSpPr/>
          <p:nvPr/>
        </p:nvSpPr>
        <p:spPr>
          <a:xfrm>
            <a:off x="14033114" y="4053213"/>
            <a:ext cx="3368695" cy="1139287"/>
          </a:xfrm>
          <a:prstGeom prst="wedgeRoundRectCallout">
            <a:avLst>
              <a:gd name="adj1" fmla="val -37220"/>
              <a:gd name="adj2" fmla="val 85303"/>
              <a:gd name="adj3" fmla="val 16667"/>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marL="171450" indent="-171450">
              <a:buFont typeface="Arial" panose="020B0604020202020204" pitchFamily="34" charset="0"/>
              <a:buChar char="•"/>
            </a:pPr>
            <a:r>
              <a:rPr lang="en-US" sz="2000">
                <a:solidFill>
                  <a:schemeClr val="tx1"/>
                </a:solidFill>
                <a:latin typeface="Figtree" pitchFamily="2" charset="0"/>
                <a:ea typeface="Tahoma" panose="020B0604030504040204" pitchFamily="34" charset="0"/>
                <a:cs typeface="Tahoma" panose="020B0604030504040204" pitchFamily="34" charset="0"/>
              </a:rPr>
              <a:t>100% Liquid cooling</a:t>
            </a:r>
          </a:p>
          <a:p>
            <a:pPr marL="171450" indent="-171450">
              <a:buFont typeface="Arial" panose="020B0604020202020204" pitchFamily="34" charset="0"/>
              <a:buChar char="•"/>
            </a:pPr>
            <a:r>
              <a:rPr lang="en-US" sz="2000">
                <a:solidFill>
                  <a:schemeClr val="tx1"/>
                </a:solidFill>
                <a:latin typeface="Figtree" pitchFamily="2" charset="0"/>
                <a:ea typeface="Tahoma" panose="020B0604030504040204" pitchFamily="34" charset="0"/>
                <a:cs typeface="Tahoma" panose="020B0604030504040204" pitchFamily="34" charset="0"/>
              </a:rPr>
              <a:t>Air cooling (fan walls)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a:solidFill>
                  <a:schemeClr val="tx1"/>
                </a:solidFill>
                <a:latin typeface="Figtree" pitchFamily="2" charset="0"/>
                <a:ea typeface="Tahoma" panose="020B0604030504040204" pitchFamily="34" charset="0"/>
                <a:cs typeface="Tahoma" panose="020B0604030504040204" pitchFamily="34" charset="0"/>
              </a:rPr>
              <a:t>Hybrid air &amp; liquid cooling </a:t>
            </a:r>
          </a:p>
        </p:txBody>
      </p:sp>
      <p:sp>
        <p:nvSpPr>
          <p:cNvPr id="36" name="TextBox 35">
            <a:extLst>
              <a:ext uri="{FF2B5EF4-FFF2-40B4-BE49-F238E27FC236}">
                <a16:creationId xmlns:a16="http://schemas.microsoft.com/office/drawing/2014/main" id="{8D804345-3570-01F7-567B-AF23C407055E}"/>
              </a:ext>
            </a:extLst>
          </p:cNvPr>
          <p:cNvSpPr txBox="1"/>
          <p:nvPr/>
        </p:nvSpPr>
        <p:spPr>
          <a:xfrm>
            <a:off x="272197" y="11908413"/>
            <a:ext cx="1897092" cy="461665"/>
          </a:xfrm>
          <a:prstGeom prst="rect">
            <a:avLst/>
          </a:prstGeom>
          <a:noFill/>
        </p:spPr>
        <p:txBody>
          <a:bodyPr wrap="square" rtlCol="0">
            <a:spAutoFit/>
          </a:bodyPr>
          <a:lstStyle/>
          <a:p>
            <a:pPr marL="0" marR="0" lvl="0" indent="0" algn="r" defTabSz="1828891"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EDEBEB"/>
                </a:solidFill>
                <a:effectLst/>
                <a:uLnTx/>
                <a:uFillTx/>
                <a:latin typeface="Figtree" pitchFamily="2" charset="0"/>
                <a:ea typeface="+mn-ea"/>
                <a:cs typeface="+mn-cs"/>
              </a:rPr>
              <a:t>Intake basin</a:t>
            </a:r>
            <a:endParaRPr kumimoji="0" lang="en-GB" sz="2400" b="1" i="0" u="none" strike="noStrike" kern="1200" cap="none" spc="0" normalizeH="0" baseline="0" noProof="0">
              <a:ln>
                <a:noFill/>
              </a:ln>
              <a:solidFill>
                <a:srgbClr val="EDEBEB"/>
              </a:solidFill>
              <a:effectLst/>
              <a:uLnTx/>
              <a:uFillTx/>
              <a:latin typeface="Figtree" pitchFamily="2" charset="0"/>
              <a:ea typeface="+mn-ea"/>
              <a:cs typeface="+mn-cs"/>
            </a:endParaRPr>
          </a:p>
        </p:txBody>
      </p:sp>
      <p:sp>
        <p:nvSpPr>
          <p:cNvPr id="38" name="TextBox 37">
            <a:extLst>
              <a:ext uri="{FF2B5EF4-FFF2-40B4-BE49-F238E27FC236}">
                <a16:creationId xmlns:a16="http://schemas.microsoft.com/office/drawing/2014/main" id="{ED10F885-2FDF-C4BB-7FFD-15D5B85F9012}"/>
              </a:ext>
            </a:extLst>
          </p:cNvPr>
          <p:cNvSpPr txBox="1"/>
          <p:nvPr/>
        </p:nvSpPr>
        <p:spPr>
          <a:xfrm>
            <a:off x="13153292" y="11908413"/>
            <a:ext cx="3198932" cy="461665"/>
          </a:xfrm>
          <a:prstGeom prst="rect">
            <a:avLst/>
          </a:prstGeom>
          <a:noFill/>
        </p:spPr>
        <p:txBody>
          <a:bodyPr wrap="square" rtlCol="0">
            <a:spAutoFit/>
          </a:bodyPr>
          <a:lstStyle/>
          <a:p>
            <a:pPr marL="0" marR="0" lvl="0" indent="0" algn="r" defTabSz="1828891"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EDEBEB"/>
                </a:solidFill>
                <a:effectLst/>
                <a:uLnTx/>
                <a:uFillTx/>
                <a:latin typeface="Figtree" pitchFamily="2" charset="0"/>
                <a:ea typeface="+mn-ea"/>
                <a:cs typeface="+mn-cs"/>
              </a:rPr>
              <a:t>Rear-door installed </a:t>
            </a:r>
            <a:endParaRPr kumimoji="0" lang="en-GB" sz="2400" b="1" i="0" u="none" strike="noStrike" kern="1200" cap="none" spc="0" normalizeH="0" baseline="0" noProof="0">
              <a:ln>
                <a:noFill/>
              </a:ln>
              <a:solidFill>
                <a:srgbClr val="EDEBEB"/>
              </a:solidFill>
              <a:effectLst/>
              <a:uLnTx/>
              <a:uFillTx/>
              <a:latin typeface="Figtree" pitchFamily="2" charset="0"/>
              <a:ea typeface="+mn-ea"/>
              <a:cs typeface="+mn-cs"/>
            </a:endParaRPr>
          </a:p>
        </p:txBody>
      </p:sp>
    </p:spTree>
    <p:extLst>
      <p:ext uri="{BB962C8B-B14F-4D97-AF65-F5344CB8AC3E}">
        <p14:creationId xmlns:p14="http://schemas.microsoft.com/office/powerpoint/2010/main" val="34808488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FEA77-225C-F5F6-3699-FA559F45E36B}"/>
            </a:ext>
          </a:extLst>
        </p:cNvPr>
        <p:cNvGrpSpPr/>
        <p:nvPr/>
      </p:nvGrpSpPr>
      <p:grpSpPr>
        <a:xfrm>
          <a:off x="0" y="0"/>
          <a:ext cx="0" cy="0"/>
          <a:chOff x="0" y="0"/>
          <a:chExt cx="0" cy="0"/>
        </a:xfrm>
      </p:grpSpPr>
      <p:pic>
        <p:nvPicPr>
          <p:cNvPr id="4098" name="Picture 2">
            <a:extLst>
              <a:ext uri="{FF2B5EF4-FFF2-40B4-BE49-F238E27FC236}">
                <a16:creationId xmlns:a16="http://schemas.microsoft.com/office/drawing/2014/main" id="{AA6F90EF-F0F9-EE88-5C18-29598B95226B}"/>
              </a:ext>
            </a:extLst>
          </p:cNvPr>
          <p:cNvPicPr>
            <a:picLocks noChangeAspect="1" noChangeArrowheads="1"/>
          </p:cNvPicPr>
          <p:nvPr/>
        </p:nvPicPr>
        <p:blipFill rotWithShape="1">
          <a:blip r:embed="rId3" cstate="email">
            <a:duotone>
              <a:schemeClr val="bg2">
                <a:shade val="45000"/>
                <a:satMod val="135000"/>
              </a:schemeClr>
              <a:prstClr val="white"/>
            </a:duotone>
            <a:extLst>
              <a:ext uri="{28A0092B-C50C-407E-A947-70E740481C1C}">
                <a14:useLocalDpi xmlns:a14="http://schemas.microsoft.com/office/drawing/2010/main"/>
              </a:ext>
            </a:extLst>
          </a:blip>
          <a:srcRect/>
          <a:stretch/>
        </p:blipFill>
        <p:spPr bwMode="auto">
          <a:xfrm>
            <a:off x="13812692" y="1"/>
            <a:ext cx="10572894" cy="12912362"/>
          </a:xfrm>
          <a:prstGeom prst="rect">
            <a:avLst/>
          </a:prstGeom>
          <a:noFill/>
          <a:extLst>
            <a:ext uri="{909E8E84-426E-40DD-AFC4-6F175D3DCCD1}">
              <a14:hiddenFill xmlns:a14="http://schemas.microsoft.com/office/drawing/2010/main">
                <a:solidFill>
                  <a:srgbClr val="FFFFFF"/>
                </a:solidFill>
              </a14:hiddenFill>
            </a:ext>
          </a:extLst>
        </p:spPr>
      </p:pic>
      <p:sp>
        <p:nvSpPr>
          <p:cNvPr id="15" name="Oval 14">
            <a:extLst>
              <a:ext uri="{FF2B5EF4-FFF2-40B4-BE49-F238E27FC236}">
                <a16:creationId xmlns:a16="http://schemas.microsoft.com/office/drawing/2014/main" id="{80D96E27-9DC2-07D4-A495-04D81BA7FC29}"/>
              </a:ext>
            </a:extLst>
          </p:cNvPr>
          <p:cNvSpPr/>
          <p:nvPr/>
        </p:nvSpPr>
        <p:spPr>
          <a:xfrm>
            <a:off x="15977487" y="10241384"/>
            <a:ext cx="360000" cy="360000"/>
          </a:xfrm>
          <a:prstGeom prst="ellipse">
            <a:avLst/>
          </a:prstGeom>
          <a:solidFill>
            <a:srgbClr val="00C058"/>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720000" bIns="72000" rtlCol="0" anchor="ctr"/>
          <a:lstStyle/>
          <a:p>
            <a:pPr>
              <a:lnSpc>
                <a:spcPct val="80000"/>
              </a:lnSpc>
            </a:pPr>
            <a:r>
              <a:rPr lang="en-US" sz="1800">
                <a:solidFill>
                  <a:schemeClr val="tx1"/>
                </a:solidFill>
                <a:latin typeface="Figtree" pitchFamily="2" charset="0"/>
              </a:rPr>
              <a:t>Madrid</a:t>
            </a:r>
            <a:br>
              <a:rPr lang="en-US" sz="1800">
                <a:solidFill>
                  <a:schemeClr val="tx1"/>
                </a:solidFill>
                <a:latin typeface="Figtree" pitchFamily="2" charset="0"/>
              </a:rPr>
            </a:br>
            <a:r>
              <a:rPr lang="en-US" sz="1800">
                <a:solidFill>
                  <a:schemeClr val="tx1"/>
                </a:solidFill>
                <a:latin typeface="Figtree" pitchFamily="2" charset="0"/>
              </a:rPr>
              <a:t>8ms</a:t>
            </a:r>
            <a:endParaRPr lang="en-GB" sz="1800">
              <a:solidFill>
                <a:schemeClr val="tx1"/>
              </a:solidFill>
              <a:latin typeface="Figtree" pitchFamily="2" charset="0"/>
            </a:endParaRPr>
          </a:p>
        </p:txBody>
      </p:sp>
      <p:sp>
        <p:nvSpPr>
          <p:cNvPr id="17" name="Oval 16">
            <a:extLst>
              <a:ext uri="{FF2B5EF4-FFF2-40B4-BE49-F238E27FC236}">
                <a16:creationId xmlns:a16="http://schemas.microsoft.com/office/drawing/2014/main" id="{D748C77F-9610-DCC9-C6BE-75B3B394080C}"/>
              </a:ext>
            </a:extLst>
          </p:cNvPr>
          <p:cNvSpPr/>
          <p:nvPr/>
        </p:nvSpPr>
        <p:spPr>
          <a:xfrm>
            <a:off x="16443385" y="9134784"/>
            <a:ext cx="360000" cy="360000"/>
          </a:xfrm>
          <a:prstGeom prst="ellipse">
            <a:avLst/>
          </a:prstGeom>
          <a:solidFill>
            <a:srgbClr val="00C058"/>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720000" bIns="72000" rtlCol="0" anchor="ctr"/>
          <a:lstStyle/>
          <a:p>
            <a:pPr>
              <a:lnSpc>
                <a:spcPct val="80000"/>
              </a:lnSpc>
            </a:pPr>
            <a:r>
              <a:rPr lang="en-US" sz="1800">
                <a:solidFill>
                  <a:schemeClr val="tx1"/>
                </a:solidFill>
                <a:latin typeface="Figtree" pitchFamily="2" charset="0"/>
              </a:rPr>
              <a:t>Bilbao</a:t>
            </a:r>
          </a:p>
          <a:p>
            <a:pPr>
              <a:lnSpc>
                <a:spcPct val="80000"/>
              </a:lnSpc>
            </a:pPr>
            <a:r>
              <a:rPr lang="en-US" sz="1800">
                <a:solidFill>
                  <a:schemeClr val="tx1"/>
                </a:solidFill>
                <a:latin typeface="Figtree" pitchFamily="2" charset="0"/>
              </a:rPr>
              <a:t>11ms</a:t>
            </a:r>
            <a:endParaRPr lang="en-GB" sz="1800">
              <a:solidFill>
                <a:schemeClr val="tx1"/>
              </a:solidFill>
              <a:latin typeface="Figtree" pitchFamily="2" charset="0"/>
            </a:endParaRPr>
          </a:p>
        </p:txBody>
      </p:sp>
      <p:sp>
        <p:nvSpPr>
          <p:cNvPr id="18" name="Oval 17">
            <a:extLst>
              <a:ext uri="{FF2B5EF4-FFF2-40B4-BE49-F238E27FC236}">
                <a16:creationId xmlns:a16="http://schemas.microsoft.com/office/drawing/2014/main" id="{33E7B3F6-D024-D202-957D-F0F4CF56A856}"/>
              </a:ext>
            </a:extLst>
          </p:cNvPr>
          <p:cNvSpPr/>
          <p:nvPr/>
        </p:nvSpPr>
        <p:spPr>
          <a:xfrm>
            <a:off x="17517997" y="10143900"/>
            <a:ext cx="360000" cy="360000"/>
          </a:xfrm>
          <a:prstGeom prst="ellipse">
            <a:avLst/>
          </a:prstGeom>
          <a:solidFill>
            <a:srgbClr val="00C058"/>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720000" bIns="72000" rtlCol="0" anchor="ctr"/>
          <a:lstStyle/>
          <a:p>
            <a:pPr>
              <a:lnSpc>
                <a:spcPct val="80000"/>
              </a:lnSpc>
            </a:pPr>
            <a:r>
              <a:rPr lang="en-US" sz="1800">
                <a:solidFill>
                  <a:schemeClr val="tx1"/>
                </a:solidFill>
                <a:latin typeface="Figtree" pitchFamily="2" charset="0"/>
              </a:rPr>
              <a:t>Barcelona</a:t>
            </a:r>
          </a:p>
          <a:p>
            <a:pPr>
              <a:lnSpc>
                <a:spcPct val="80000"/>
              </a:lnSpc>
            </a:pPr>
            <a:r>
              <a:rPr lang="en-US" sz="1800">
                <a:solidFill>
                  <a:schemeClr val="tx1"/>
                </a:solidFill>
                <a:latin typeface="Figtree" pitchFamily="2" charset="0"/>
              </a:rPr>
              <a:t>16ms</a:t>
            </a:r>
            <a:endParaRPr lang="en-GB" sz="1800">
              <a:solidFill>
                <a:schemeClr val="tx1"/>
              </a:solidFill>
              <a:latin typeface="Figtree" pitchFamily="2" charset="0"/>
            </a:endParaRPr>
          </a:p>
        </p:txBody>
      </p:sp>
      <p:sp>
        <p:nvSpPr>
          <p:cNvPr id="19" name="Oval 18">
            <a:extLst>
              <a:ext uri="{FF2B5EF4-FFF2-40B4-BE49-F238E27FC236}">
                <a16:creationId xmlns:a16="http://schemas.microsoft.com/office/drawing/2014/main" id="{2E848E00-239B-6619-5BE8-A27D837B3C18}"/>
              </a:ext>
            </a:extLst>
          </p:cNvPr>
          <p:cNvSpPr/>
          <p:nvPr/>
        </p:nvSpPr>
        <p:spPr>
          <a:xfrm>
            <a:off x="18882137" y="9294334"/>
            <a:ext cx="360000" cy="360000"/>
          </a:xfrm>
          <a:prstGeom prst="ellipse">
            <a:avLst/>
          </a:prstGeom>
          <a:solidFill>
            <a:srgbClr val="00C058"/>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720000" bIns="72000" rtlCol="0" anchor="ctr"/>
          <a:lstStyle/>
          <a:p>
            <a:pPr>
              <a:lnSpc>
                <a:spcPct val="80000"/>
              </a:lnSpc>
            </a:pPr>
            <a:r>
              <a:rPr lang="en-US" sz="1800">
                <a:solidFill>
                  <a:schemeClr val="tx1"/>
                </a:solidFill>
                <a:latin typeface="Figtree" pitchFamily="2" charset="0"/>
              </a:rPr>
              <a:t>Marseille</a:t>
            </a:r>
            <a:endParaRPr lang="en-GB" sz="1800">
              <a:solidFill>
                <a:schemeClr val="tx1"/>
              </a:solidFill>
              <a:latin typeface="Figtree" pitchFamily="2" charset="0"/>
            </a:endParaRPr>
          </a:p>
          <a:p>
            <a:pPr>
              <a:lnSpc>
                <a:spcPct val="80000"/>
              </a:lnSpc>
            </a:pPr>
            <a:r>
              <a:rPr lang="en-GB" sz="1800">
                <a:solidFill>
                  <a:schemeClr val="tx1"/>
                </a:solidFill>
                <a:latin typeface="Figtree" pitchFamily="2" charset="0"/>
              </a:rPr>
              <a:t>23ms</a:t>
            </a:r>
          </a:p>
        </p:txBody>
      </p:sp>
      <p:sp>
        <p:nvSpPr>
          <p:cNvPr id="20" name="Oval 19">
            <a:extLst>
              <a:ext uri="{FF2B5EF4-FFF2-40B4-BE49-F238E27FC236}">
                <a16:creationId xmlns:a16="http://schemas.microsoft.com/office/drawing/2014/main" id="{FE4BD5C5-4D84-FF0D-F0C6-980BFB4A5049}"/>
              </a:ext>
            </a:extLst>
          </p:cNvPr>
          <p:cNvSpPr/>
          <p:nvPr/>
        </p:nvSpPr>
        <p:spPr>
          <a:xfrm>
            <a:off x="18246661" y="7066714"/>
            <a:ext cx="360000" cy="360000"/>
          </a:xfrm>
          <a:prstGeom prst="ellipse">
            <a:avLst/>
          </a:prstGeom>
          <a:solidFill>
            <a:srgbClr val="00C058"/>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1008000" bIns="72000" rtlCol="0" anchor="ctr"/>
          <a:lstStyle/>
          <a:p>
            <a:pPr>
              <a:lnSpc>
                <a:spcPct val="80000"/>
              </a:lnSpc>
            </a:pPr>
            <a:r>
              <a:rPr lang="en-US" sz="1800">
                <a:solidFill>
                  <a:schemeClr val="tx1"/>
                </a:solidFill>
                <a:latin typeface="Figtree" pitchFamily="2" charset="0"/>
              </a:rPr>
              <a:t>Paris</a:t>
            </a:r>
          </a:p>
          <a:p>
            <a:pPr>
              <a:lnSpc>
                <a:spcPct val="80000"/>
              </a:lnSpc>
            </a:pPr>
            <a:r>
              <a:rPr lang="en-US" sz="1800">
                <a:solidFill>
                  <a:schemeClr val="tx1"/>
                </a:solidFill>
                <a:latin typeface="Figtree" pitchFamily="2" charset="0"/>
              </a:rPr>
              <a:t>24ms</a:t>
            </a:r>
            <a:endParaRPr lang="en-GB" sz="1800">
              <a:solidFill>
                <a:schemeClr val="tx1"/>
              </a:solidFill>
              <a:latin typeface="Figtree" pitchFamily="2" charset="0"/>
            </a:endParaRPr>
          </a:p>
        </p:txBody>
      </p:sp>
      <p:sp>
        <p:nvSpPr>
          <p:cNvPr id="21" name="Oval 20">
            <a:extLst>
              <a:ext uri="{FF2B5EF4-FFF2-40B4-BE49-F238E27FC236}">
                <a16:creationId xmlns:a16="http://schemas.microsoft.com/office/drawing/2014/main" id="{97C9D525-9BEE-4CCD-41E9-5587CDB72EC0}"/>
              </a:ext>
            </a:extLst>
          </p:cNvPr>
          <p:cNvSpPr/>
          <p:nvPr/>
        </p:nvSpPr>
        <p:spPr>
          <a:xfrm>
            <a:off x="20174967" y="8708588"/>
            <a:ext cx="360000" cy="360000"/>
          </a:xfrm>
          <a:prstGeom prst="ellipse">
            <a:avLst/>
          </a:prstGeom>
          <a:solidFill>
            <a:srgbClr val="00C058"/>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720000" bIns="72000" rtlCol="0" anchor="ctr"/>
          <a:lstStyle/>
          <a:p>
            <a:pPr>
              <a:lnSpc>
                <a:spcPct val="80000"/>
              </a:lnSpc>
            </a:pPr>
            <a:r>
              <a:rPr lang="en-US" sz="1800">
                <a:solidFill>
                  <a:schemeClr val="tx1"/>
                </a:solidFill>
                <a:latin typeface="Figtree" pitchFamily="2" charset="0"/>
              </a:rPr>
              <a:t>Milan</a:t>
            </a:r>
          </a:p>
          <a:p>
            <a:pPr>
              <a:lnSpc>
                <a:spcPct val="80000"/>
              </a:lnSpc>
            </a:pPr>
            <a:r>
              <a:rPr lang="en-US" sz="1800">
                <a:solidFill>
                  <a:schemeClr val="tx1"/>
                </a:solidFill>
                <a:latin typeface="Figtree" pitchFamily="2" charset="0"/>
              </a:rPr>
              <a:t>29ms</a:t>
            </a:r>
            <a:endParaRPr lang="en-GB" sz="1800">
              <a:solidFill>
                <a:schemeClr val="tx1"/>
              </a:solidFill>
              <a:latin typeface="Figtree" pitchFamily="2" charset="0"/>
            </a:endParaRPr>
          </a:p>
        </p:txBody>
      </p:sp>
      <p:sp>
        <p:nvSpPr>
          <p:cNvPr id="22" name="Oval 21">
            <a:extLst>
              <a:ext uri="{FF2B5EF4-FFF2-40B4-BE49-F238E27FC236}">
                <a16:creationId xmlns:a16="http://schemas.microsoft.com/office/drawing/2014/main" id="{E0BF0E95-76B7-AFBA-C258-B7084E41906C}"/>
              </a:ext>
            </a:extLst>
          </p:cNvPr>
          <p:cNvSpPr/>
          <p:nvPr/>
        </p:nvSpPr>
        <p:spPr>
          <a:xfrm>
            <a:off x="17791783" y="5995836"/>
            <a:ext cx="360000" cy="360000"/>
          </a:xfrm>
          <a:prstGeom prst="ellipse">
            <a:avLst/>
          </a:prstGeom>
          <a:solidFill>
            <a:srgbClr val="00C058"/>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720000" bIns="72000" rtlCol="0" anchor="ctr"/>
          <a:lstStyle/>
          <a:p>
            <a:pPr>
              <a:lnSpc>
                <a:spcPct val="80000"/>
              </a:lnSpc>
            </a:pPr>
            <a:r>
              <a:rPr lang="en-US" sz="1800">
                <a:solidFill>
                  <a:schemeClr val="tx1"/>
                </a:solidFill>
                <a:latin typeface="Figtree" pitchFamily="2" charset="0"/>
              </a:rPr>
              <a:t>London</a:t>
            </a:r>
          </a:p>
          <a:p>
            <a:pPr>
              <a:lnSpc>
                <a:spcPct val="80000"/>
              </a:lnSpc>
            </a:pPr>
            <a:r>
              <a:rPr lang="en-US" sz="1800">
                <a:solidFill>
                  <a:schemeClr val="tx1"/>
                </a:solidFill>
                <a:latin typeface="Figtree" pitchFamily="2" charset="0"/>
              </a:rPr>
              <a:t>31ms</a:t>
            </a:r>
            <a:endParaRPr lang="en-GB" sz="1800">
              <a:solidFill>
                <a:schemeClr val="tx1"/>
              </a:solidFill>
              <a:latin typeface="Figtree" pitchFamily="2" charset="0"/>
            </a:endParaRPr>
          </a:p>
        </p:txBody>
      </p:sp>
      <p:sp>
        <p:nvSpPr>
          <p:cNvPr id="24" name="Oval 23">
            <a:extLst>
              <a:ext uri="{FF2B5EF4-FFF2-40B4-BE49-F238E27FC236}">
                <a16:creationId xmlns:a16="http://schemas.microsoft.com/office/drawing/2014/main" id="{D9A6859F-D904-FD00-6A56-620E9C2FEA37}"/>
              </a:ext>
            </a:extLst>
          </p:cNvPr>
          <p:cNvSpPr/>
          <p:nvPr/>
        </p:nvSpPr>
        <p:spPr>
          <a:xfrm>
            <a:off x="20050195" y="6594734"/>
            <a:ext cx="360000" cy="360000"/>
          </a:xfrm>
          <a:prstGeom prst="ellipse">
            <a:avLst/>
          </a:prstGeom>
          <a:solidFill>
            <a:srgbClr val="00C058"/>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720000" bIns="72000" rtlCol="0" anchor="ctr"/>
          <a:lstStyle/>
          <a:p>
            <a:pPr>
              <a:lnSpc>
                <a:spcPct val="80000"/>
              </a:lnSpc>
            </a:pPr>
            <a:r>
              <a:rPr lang="en-US" sz="1800">
                <a:solidFill>
                  <a:schemeClr val="tx1"/>
                </a:solidFill>
                <a:latin typeface="Figtree" pitchFamily="2" charset="0"/>
              </a:rPr>
              <a:t>Frankfurt</a:t>
            </a:r>
          </a:p>
          <a:p>
            <a:pPr>
              <a:lnSpc>
                <a:spcPct val="80000"/>
              </a:lnSpc>
            </a:pPr>
            <a:r>
              <a:rPr lang="en-US" sz="1800">
                <a:solidFill>
                  <a:schemeClr val="tx1"/>
                </a:solidFill>
                <a:latin typeface="Figtree" pitchFamily="2" charset="0"/>
              </a:rPr>
              <a:t>33ms</a:t>
            </a:r>
            <a:endParaRPr lang="en-GB" sz="1800">
              <a:solidFill>
                <a:schemeClr val="tx1"/>
              </a:solidFill>
              <a:latin typeface="Figtree" pitchFamily="2" charset="0"/>
            </a:endParaRPr>
          </a:p>
        </p:txBody>
      </p:sp>
      <p:sp>
        <p:nvSpPr>
          <p:cNvPr id="25" name="Oval 24">
            <a:extLst>
              <a:ext uri="{FF2B5EF4-FFF2-40B4-BE49-F238E27FC236}">
                <a16:creationId xmlns:a16="http://schemas.microsoft.com/office/drawing/2014/main" id="{21DDFEA4-B9CC-8C0F-4121-89BCBC161AE5}"/>
              </a:ext>
            </a:extLst>
          </p:cNvPr>
          <p:cNvSpPr/>
          <p:nvPr/>
        </p:nvSpPr>
        <p:spPr>
          <a:xfrm>
            <a:off x="19286913" y="5719372"/>
            <a:ext cx="360000" cy="360000"/>
          </a:xfrm>
          <a:prstGeom prst="ellipse">
            <a:avLst/>
          </a:prstGeom>
          <a:solidFill>
            <a:srgbClr val="00C058"/>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720000" bIns="72000" rtlCol="0" anchor="ctr"/>
          <a:lstStyle/>
          <a:p>
            <a:pPr>
              <a:lnSpc>
                <a:spcPct val="80000"/>
              </a:lnSpc>
            </a:pPr>
            <a:r>
              <a:rPr lang="en-US" sz="1800">
                <a:solidFill>
                  <a:schemeClr val="tx1"/>
                </a:solidFill>
                <a:latin typeface="Figtree" pitchFamily="2" charset="0"/>
              </a:rPr>
              <a:t>Amsterdam</a:t>
            </a:r>
          </a:p>
          <a:p>
            <a:pPr>
              <a:lnSpc>
                <a:spcPct val="80000"/>
              </a:lnSpc>
            </a:pPr>
            <a:r>
              <a:rPr lang="en-US" sz="1800">
                <a:solidFill>
                  <a:schemeClr val="tx1"/>
                </a:solidFill>
                <a:latin typeface="Figtree" pitchFamily="2" charset="0"/>
              </a:rPr>
              <a:t>35ms</a:t>
            </a:r>
            <a:endParaRPr lang="en-GB" sz="1800">
              <a:solidFill>
                <a:schemeClr val="tx1"/>
              </a:solidFill>
              <a:latin typeface="Figtree" pitchFamily="2" charset="0"/>
            </a:endParaRPr>
          </a:p>
        </p:txBody>
      </p:sp>
      <p:sp>
        <p:nvSpPr>
          <p:cNvPr id="26" name="Oval 25">
            <a:extLst>
              <a:ext uri="{FF2B5EF4-FFF2-40B4-BE49-F238E27FC236}">
                <a16:creationId xmlns:a16="http://schemas.microsoft.com/office/drawing/2014/main" id="{280C3373-E185-BE51-E2EE-E1988EA2DE5F}"/>
              </a:ext>
            </a:extLst>
          </p:cNvPr>
          <p:cNvSpPr/>
          <p:nvPr/>
        </p:nvSpPr>
        <p:spPr>
          <a:xfrm>
            <a:off x="21252179" y="10171292"/>
            <a:ext cx="360000" cy="360000"/>
          </a:xfrm>
          <a:prstGeom prst="ellipse">
            <a:avLst/>
          </a:prstGeom>
          <a:solidFill>
            <a:srgbClr val="00C058"/>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720000" bIns="72000" rtlCol="0" anchor="ctr"/>
          <a:lstStyle/>
          <a:p>
            <a:pPr>
              <a:lnSpc>
                <a:spcPct val="80000"/>
              </a:lnSpc>
            </a:pPr>
            <a:r>
              <a:rPr lang="en-US" sz="1800">
                <a:solidFill>
                  <a:schemeClr val="tx1"/>
                </a:solidFill>
                <a:latin typeface="Figtree" pitchFamily="2" charset="0"/>
              </a:rPr>
              <a:t>Rome</a:t>
            </a:r>
          </a:p>
          <a:p>
            <a:pPr>
              <a:lnSpc>
                <a:spcPct val="80000"/>
              </a:lnSpc>
            </a:pPr>
            <a:r>
              <a:rPr lang="en-US" sz="1800">
                <a:solidFill>
                  <a:schemeClr val="tx1"/>
                </a:solidFill>
                <a:latin typeface="Figtree" pitchFamily="2" charset="0"/>
              </a:rPr>
              <a:t>40ms</a:t>
            </a:r>
            <a:endParaRPr lang="en-GB" sz="1800">
              <a:solidFill>
                <a:schemeClr val="tx1"/>
              </a:solidFill>
              <a:latin typeface="Figtree" pitchFamily="2" charset="0"/>
            </a:endParaRPr>
          </a:p>
        </p:txBody>
      </p:sp>
      <p:sp>
        <p:nvSpPr>
          <p:cNvPr id="2" name="Title 1">
            <a:extLst>
              <a:ext uri="{FF2B5EF4-FFF2-40B4-BE49-F238E27FC236}">
                <a16:creationId xmlns:a16="http://schemas.microsoft.com/office/drawing/2014/main" id="{C9BA25CD-5DB7-6673-8F68-F3A410052518}"/>
              </a:ext>
            </a:extLst>
          </p:cNvPr>
          <p:cNvSpPr>
            <a:spLocks noGrp="1"/>
          </p:cNvSpPr>
          <p:nvPr>
            <p:ph type="title"/>
          </p:nvPr>
        </p:nvSpPr>
        <p:spPr>
          <a:xfrm>
            <a:off x="1025403" y="736601"/>
            <a:ext cx="22266028" cy="1653786"/>
          </a:xfrm>
        </p:spPr>
        <p:txBody>
          <a:bodyPr/>
          <a:lstStyle/>
          <a:p>
            <a:r>
              <a:rPr lang="en-US">
                <a:solidFill>
                  <a:schemeClr val="tx1"/>
                </a:solidFill>
              </a:rPr>
              <a:t>Portugal </a:t>
            </a:r>
            <a:r>
              <a:rPr lang="en-US">
                <a:solidFill>
                  <a:schemeClr val="tx1"/>
                </a:solidFill>
                <a:ea typeface="Tahoma" panose="020B0604030504040204" pitchFamily="34" charset="0"/>
                <a:cs typeface="Tahoma" panose="020B0604030504040204" pitchFamily="34" charset="0"/>
              </a:rPr>
              <a:t>offers </a:t>
            </a:r>
            <a:r>
              <a:rPr lang="en-US">
                <a:solidFill>
                  <a:srgbClr val="00C058"/>
                </a:solidFill>
                <a:ea typeface="Tahoma" panose="020B0604030504040204" pitchFamily="34" charset="0"/>
                <a:cs typeface="Tahoma" panose="020B0604030504040204" pitchFamily="34" charset="0"/>
              </a:rPr>
              <a:t>low and ultra-low latencies </a:t>
            </a:r>
            <a:r>
              <a:rPr lang="en-US">
                <a:solidFill>
                  <a:schemeClr val="tx1"/>
                </a:solidFill>
                <a:ea typeface="Tahoma" panose="020B0604030504040204" pitchFamily="34" charset="0"/>
                <a:cs typeface="Tahoma" panose="020B0604030504040204" pitchFamily="34" charset="0"/>
              </a:rPr>
              <a:t>to Europe </a:t>
            </a:r>
            <a:br>
              <a:rPr lang="en-US">
                <a:solidFill>
                  <a:schemeClr val="tx1"/>
                </a:solidFill>
                <a:ea typeface="Tahoma" panose="020B0604030504040204" pitchFamily="34" charset="0"/>
                <a:cs typeface="Tahoma" panose="020B0604030504040204" pitchFamily="34" charset="0"/>
              </a:rPr>
            </a:br>
            <a:r>
              <a:rPr lang="en-US">
                <a:solidFill>
                  <a:schemeClr val="tx1"/>
                </a:solidFill>
                <a:ea typeface="Tahoma" panose="020B0604030504040204" pitchFamily="34" charset="0"/>
                <a:cs typeface="Tahoma" panose="020B0604030504040204" pitchFamily="34" charset="0"/>
              </a:rPr>
              <a:t>and the </a:t>
            </a:r>
            <a:r>
              <a:rPr lang="en-US">
                <a:solidFill>
                  <a:srgbClr val="00C159"/>
                </a:solidFill>
                <a:ea typeface="Tahoma" panose="020B0604030504040204" pitchFamily="34" charset="0"/>
                <a:cs typeface="Tahoma" panose="020B0604030504040204" pitchFamily="34" charset="0"/>
              </a:rPr>
              <a:t>rest of the world</a:t>
            </a:r>
            <a:endParaRPr lang="en-GB">
              <a:solidFill>
                <a:srgbClr val="00C159"/>
              </a:solidFill>
              <a:ea typeface="Tahoma" panose="020B0604030504040204" pitchFamily="34" charset="0"/>
              <a:cs typeface="Tahoma" panose="020B0604030504040204" pitchFamily="34" charset="0"/>
            </a:endParaRPr>
          </a:p>
        </p:txBody>
      </p:sp>
      <p:sp>
        <p:nvSpPr>
          <p:cNvPr id="5" name="Text Placeholder 4">
            <a:extLst>
              <a:ext uri="{FF2B5EF4-FFF2-40B4-BE49-F238E27FC236}">
                <a16:creationId xmlns:a16="http://schemas.microsoft.com/office/drawing/2014/main" id="{C1519A61-37A9-E2F8-755B-88C351D047FF}"/>
              </a:ext>
            </a:extLst>
          </p:cNvPr>
          <p:cNvSpPr>
            <a:spLocks noGrp="1"/>
          </p:cNvSpPr>
          <p:nvPr>
            <p:ph type="body" idx="10"/>
          </p:nvPr>
        </p:nvSpPr>
        <p:spPr>
          <a:xfrm>
            <a:off x="3842849" y="12716321"/>
            <a:ext cx="18557240" cy="609458"/>
          </a:xfrm>
        </p:spPr>
        <p:txBody>
          <a:bodyPr/>
          <a:lstStyle/>
          <a:p>
            <a:r>
              <a:rPr lang="en-US"/>
              <a:t>Source: Company information </a:t>
            </a:r>
          </a:p>
        </p:txBody>
      </p:sp>
      <p:sp>
        <p:nvSpPr>
          <p:cNvPr id="12" name="Rectangle 11">
            <a:extLst>
              <a:ext uri="{FF2B5EF4-FFF2-40B4-BE49-F238E27FC236}">
                <a16:creationId xmlns:a16="http://schemas.microsoft.com/office/drawing/2014/main" id="{B52209B0-529A-B5F4-7233-56E8A3782AC2}"/>
              </a:ext>
            </a:extLst>
          </p:cNvPr>
          <p:cNvSpPr/>
          <p:nvPr/>
        </p:nvSpPr>
        <p:spPr>
          <a:xfrm>
            <a:off x="11454348" y="14171376"/>
            <a:ext cx="5283914" cy="166234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1485938">
              <a:buClr>
                <a:srgbClr val="00B050"/>
              </a:buClr>
              <a:defRPr/>
            </a:pPr>
            <a:r>
              <a:rPr lang="en-GB" sz="2400" b="1">
                <a:solidFill>
                  <a:srgbClr val="00C159"/>
                </a:solidFill>
                <a:latin typeface="Tahoma" panose="020B0604030504040204" pitchFamily="34" charset="0"/>
                <a:ea typeface="Tahoma" panose="020B0604030504040204" pitchFamily="34" charset="0"/>
                <a:cs typeface="Tahoma" panose="020B0604030504040204" pitchFamily="34" charset="0"/>
              </a:rPr>
              <a:t>Europe</a:t>
            </a:r>
          </a:p>
          <a:p>
            <a:pPr marL="278614" indent="-278614" defTabSz="1485938">
              <a:buClr>
                <a:srgbClr val="00B050"/>
              </a:buClr>
              <a:buFont typeface="Wingdings" panose="05000000000000000000" pitchFamily="2" charset="2"/>
              <a:buChar char="ü"/>
              <a:defRPr/>
            </a:pPr>
            <a:r>
              <a:rPr lang="en-GB" sz="2200">
                <a:solidFill>
                  <a:prstClr val="black"/>
                </a:solidFill>
                <a:latin typeface="Tahoma" panose="020B0604030504040204" pitchFamily="34" charset="0"/>
                <a:ea typeface="Tahoma" panose="020B0604030504040204" pitchFamily="34" charset="0"/>
                <a:cs typeface="Tahoma" panose="020B0604030504040204" pitchFamily="34" charset="0"/>
              </a:rPr>
              <a:t>Iberian Peninsula within </a:t>
            </a:r>
            <a:r>
              <a:rPr lang="en-GB" sz="2200" b="1">
                <a:solidFill>
                  <a:prstClr val="black"/>
                </a:solidFill>
                <a:latin typeface="Tahoma" panose="020B0604030504040204" pitchFamily="34" charset="0"/>
                <a:ea typeface="Tahoma" panose="020B0604030504040204" pitchFamily="34" charset="0"/>
                <a:cs typeface="Tahoma" panose="020B0604030504040204" pitchFamily="34" charset="0"/>
              </a:rPr>
              <a:t>16ms RTD </a:t>
            </a:r>
          </a:p>
          <a:p>
            <a:pPr marL="278614" indent="-278614" defTabSz="1485938">
              <a:buClr>
                <a:srgbClr val="00B050"/>
              </a:buClr>
              <a:buFont typeface="Wingdings" panose="05000000000000000000" pitchFamily="2" charset="2"/>
              <a:buChar char="ü"/>
              <a:defRPr/>
            </a:pPr>
            <a:r>
              <a:rPr lang="en-GB" sz="2200">
                <a:solidFill>
                  <a:prstClr val="black"/>
                </a:solidFill>
                <a:latin typeface="Tahoma" panose="020B0604030504040204" pitchFamily="34" charset="0"/>
                <a:ea typeface="Tahoma" panose="020B0604030504040204" pitchFamily="34" charset="0"/>
                <a:cs typeface="Tahoma" panose="020B0604030504040204" pitchFamily="34" charset="0"/>
              </a:rPr>
              <a:t>FLAP-D markets within </a:t>
            </a:r>
            <a:r>
              <a:rPr lang="en-GB" sz="2200" b="1">
                <a:solidFill>
                  <a:prstClr val="black"/>
                </a:solidFill>
                <a:latin typeface="Tahoma" panose="020B0604030504040204" pitchFamily="34" charset="0"/>
                <a:ea typeface="Tahoma" panose="020B0604030504040204" pitchFamily="34" charset="0"/>
                <a:cs typeface="Tahoma" panose="020B0604030504040204" pitchFamily="34" charset="0"/>
              </a:rPr>
              <a:t>35ms RTD</a:t>
            </a:r>
            <a:endParaRPr lang="en-GB" sz="2200">
              <a:solidFill>
                <a:prstClr val="black"/>
              </a:solidFill>
              <a:latin typeface="Tahoma" panose="020B0604030504040204" pitchFamily="34" charset="0"/>
              <a:ea typeface="Tahoma" panose="020B0604030504040204" pitchFamily="34" charset="0"/>
              <a:cs typeface="Tahoma" panose="020B0604030504040204" pitchFamily="34" charset="0"/>
            </a:endParaRPr>
          </a:p>
        </p:txBody>
      </p:sp>
      <p:sp>
        <p:nvSpPr>
          <p:cNvPr id="13" name="Rectangle 12">
            <a:extLst>
              <a:ext uri="{FF2B5EF4-FFF2-40B4-BE49-F238E27FC236}">
                <a16:creationId xmlns:a16="http://schemas.microsoft.com/office/drawing/2014/main" id="{32E76EAC-B44B-40BB-865B-B1C1BABEA880}"/>
              </a:ext>
            </a:extLst>
          </p:cNvPr>
          <p:cNvSpPr/>
          <p:nvPr/>
        </p:nvSpPr>
        <p:spPr>
          <a:xfrm>
            <a:off x="16738262" y="14044268"/>
            <a:ext cx="7077242" cy="265364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1485938">
              <a:buClr>
                <a:srgbClr val="00B050"/>
              </a:buClr>
              <a:defRPr/>
            </a:pPr>
            <a:r>
              <a:rPr lang="en-GB" sz="2800" b="1">
                <a:solidFill>
                  <a:srgbClr val="00C159"/>
                </a:solidFill>
                <a:latin typeface="Tahoma" panose="020B0604030504040204" pitchFamily="34" charset="0"/>
                <a:ea typeface="Tahoma" panose="020B0604030504040204" pitchFamily="34" charset="0"/>
                <a:cs typeface="Tahoma" panose="020B0604030504040204" pitchFamily="34" charset="0"/>
              </a:rPr>
              <a:t>Intercontinental</a:t>
            </a:r>
          </a:p>
          <a:p>
            <a:pPr marL="278614" indent="-278614" defTabSz="1485938">
              <a:buClr>
                <a:srgbClr val="00B050"/>
              </a:buClr>
              <a:buFont typeface="Wingdings" panose="05000000000000000000" pitchFamily="2" charset="2"/>
              <a:buChar char="ü"/>
              <a:defRPr/>
            </a:pPr>
            <a:r>
              <a:rPr lang="en-GB" sz="2400">
                <a:solidFill>
                  <a:prstClr val="black"/>
                </a:solidFill>
                <a:latin typeface="Tahoma" panose="020B0604030504040204" pitchFamily="34" charset="0"/>
                <a:ea typeface="Tahoma" panose="020B0604030504040204" pitchFamily="34" charset="0"/>
                <a:cs typeface="Tahoma" panose="020B0604030504040204" pitchFamily="34" charset="0"/>
              </a:rPr>
              <a:t>North America from c. </a:t>
            </a:r>
            <a:r>
              <a:rPr lang="en-GB" sz="2400" b="1">
                <a:solidFill>
                  <a:prstClr val="black"/>
                </a:solidFill>
                <a:latin typeface="Tahoma" panose="020B0604030504040204" pitchFamily="34" charset="0"/>
                <a:ea typeface="Tahoma" panose="020B0604030504040204" pitchFamily="34" charset="0"/>
                <a:cs typeface="Tahoma" panose="020B0604030504040204" pitchFamily="34" charset="0"/>
              </a:rPr>
              <a:t>66ms RTD </a:t>
            </a:r>
          </a:p>
          <a:p>
            <a:pPr marL="278614" indent="-278614" defTabSz="1485938">
              <a:buClr>
                <a:srgbClr val="00B050"/>
              </a:buClr>
              <a:buFont typeface="Wingdings" panose="05000000000000000000" pitchFamily="2" charset="2"/>
              <a:buChar char="ü"/>
              <a:defRPr/>
            </a:pPr>
            <a:r>
              <a:rPr lang="en-GB" sz="2400">
                <a:solidFill>
                  <a:prstClr val="black"/>
                </a:solidFill>
                <a:latin typeface="Tahoma" panose="020B0604030504040204" pitchFamily="34" charset="0"/>
                <a:ea typeface="Tahoma" panose="020B0604030504040204" pitchFamily="34" charset="0"/>
                <a:cs typeface="Tahoma" panose="020B0604030504040204" pitchFamily="34" charset="0"/>
              </a:rPr>
              <a:t>South America from </a:t>
            </a:r>
            <a:r>
              <a:rPr lang="en-GB" sz="2400" b="1">
                <a:solidFill>
                  <a:prstClr val="black"/>
                </a:solidFill>
                <a:latin typeface="Tahoma" panose="020B0604030504040204" pitchFamily="34" charset="0"/>
                <a:ea typeface="Tahoma" panose="020B0604030504040204" pitchFamily="34" charset="0"/>
                <a:cs typeface="Tahoma" panose="020B0604030504040204" pitchFamily="34" charset="0"/>
              </a:rPr>
              <a:t>c. 57s RTD </a:t>
            </a:r>
          </a:p>
          <a:p>
            <a:pPr marL="278614" indent="-278614" defTabSz="1485938">
              <a:buClr>
                <a:srgbClr val="00B050"/>
              </a:buClr>
              <a:buFont typeface="Wingdings" panose="05000000000000000000" pitchFamily="2" charset="2"/>
              <a:buChar char="ü"/>
              <a:defRPr/>
            </a:pPr>
            <a:r>
              <a:rPr lang="en-GB" sz="2400">
                <a:solidFill>
                  <a:prstClr val="black"/>
                </a:solidFill>
                <a:latin typeface="Tahoma" panose="020B0604030504040204" pitchFamily="34" charset="0"/>
                <a:ea typeface="Tahoma" panose="020B0604030504040204" pitchFamily="34" charset="0"/>
                <a:cs typeface="Tahoma" panose="020B0604030504040204" pitchFamily="34" charset="0"/>
              </a:rPr>
              <a:t>Africa within </a:t>
            </a:r>
            <a:r>
              <a:rPr lang="en-GB" sz="2400" b="1">
                <a:solidFill>
                  <a:prstClr val="black"/>
                </a:solidFill>
                <a:latin typeface="Tahoma" panose="020B0604030504040204" pitchFamily="34" charset="0"/>
                <a:ea typeface="Tahoma" panose="020B0604030504040204" pitchFamily="34" charset="0"/>
                <a:cs typeface="Tahoma" panose="020B0604030504040204" pitchFamily="34" charset="0"/>
              </a:rPr>
              <a:t>154ms RTD </a:t>
            </a:r>
            <a:r>
              <a:rPr lang="en-GB" sz="2400">
                <a:solidFill>
                  <a:prstClr val="black"/>
                </a:solidFill>
                <a:latin typeface="Tahoma" panose="020B0604030504040204" pitchFamily="34" charset="0"/>
                <a:ea typeface="Tahoma" panose="020B0604030504040204" pitchFamily="34" charset="0"/>
                <a:cs typeface="Tahoma" panose="020B0604030504040204" pitchFamily="34" charset="0"/>
              </a:rPr>
              <a:t>(Johannesburg) </a:t>
            </a:r>
          </a:p>
          <a:p>
            <a:pPr marL="278614" indent="-278614" defTabSz="1485938">
              <a:buClr>
                <a:srgbClr val="00B050"/>
              </a:buClr>
              <a:buFont typeface="Wingdings" panose="05000000000000000000" pitchFamily="2" charset="2"/>
              <a:buChar char="ü"/>
              <a:defRPr/>
            </a:pPr>
            <a:r>
              <a:rPr lang="en-GB" sz="2400">
                <a:solidFill>
                  <a:prstClr val="black"/>
                </a:solidFill>
                <a:latin typeface="Tahoma" panose="020B0604030504040204" pitchFamily="34" charset="0"/>
                <a:ea typeface="Tahoma" panose="020B0604030504040204" pitchFamily="34" charset="0"/>
                <a:cs typeface="Tahoma" panose="020B0604030504040204" pitchFamily="34" charset="0"/>
              </a:rPr>
              <a:t>Middle East within </a:t>
            </a:r>
            <a:r>
              <a:rPr lang="en-GB" sz="2400" b="1">
                <a:solidFill>
                  <a:prstClr val="black"/>
                </a:solidFill>
                <a:latin typeface="Tahoma" panose="020B0604030504040204" pitchFamily="34" charset="0"/>
                <a:ea typeface="Tahoma" panose="020B0604030504040204" pitchFamily="34" charset="0"/>
                <a:cs typeface="Tahoma" panose="020B0604030504040204" pitchFamily="34" charset="0"/>
              </a:rPr>
              <a:t>73ms RTD</a:t>
            </a:r>
            <a:r>
              <a:rPr lang="en-GB" sz="2400">
                <a:solidFill>
                  <a:prstClr val="black"/>
                </a:solidFill>
                <a:latin typeface="Tahoma" panose="020B0604030504040204" pitchFamily="34" charset="0"/>
                <a:ea typeface="Tahoma" panose="020B0604030504040204" pitchFamily="34" charset="0"/>
                <a:cs typeface="Tahoma" panose="020B0604030504040204" pitchFamily="34" charset="0"/>
              </a:rPr>
              <a:t> (Dubai)</a:t>
            </a:r>
          </a:p>
          <a:p>
            <a:pPr marL="278614" indent="-278614" defTabSz="1485938">
              <a:buClr>
                <a:srgbClr val="00B050"/>
              </a:buClr>
              <a:buFont typeface="Wingdings" panose="05000000000000000000" pitchFamily="2" charset="2"/>
              <a:buChar char="ü"/>
              <a:defRPr/>
            </a:pPr>
            <a:r>
              <a:rPr lang="en-GB" sz="2400">
                <a:solidFill>
                  <a:prstClr val="black"/>
                </a:solidFill>
                <a:latin typeface="Tahoma" panose="020B0604030504040204" pitchFamily="34" charset="0"/>
                <a:ea typeface="Tahoma" panose="020B0604030504040204" pitchFamily="34" charset="0"/>
                <a:cs typeface="Tahoma" panose="020B0604030504040204" pitchFamily="34" charset="0"/>
              </a:rPr>
              <a:t>Asia within </a:t>
            </a:r>
            <a:r>
              <a:rPr lang="en-GB" sz="2400" b="1">
                <a:solidFill>
                  <a:prstClr val="black"/>
                </a:solidFill>
                <a:latin typeface="Tahoma" panose="020B0604030504040204" pitchFamily="34" charset="0"/>
                <a:ea typeface="Tahoma" panose="020B0604030504040204" pitchFamily="34" charset="0"/>
                <a:cs typeface="Tahoma" panose="020B0604030504040204" pitchFamily="34" charset="0"/>
              </a:rPr>
              <a:t>158ms RTD </a:t>
            </a:r>
            <a:r>
              <a:rPr lang="en-GB" sz="2400">
                <a:solidFill>
                  <a:prstClr val="black"/>
                </a:solidFill>
                <a:latin typeface="Tahoma" panose="020B0604030504040204" pitchFamily="34" charset="0"/>
                <a:ea typeface="Tahoma" panose="020B0604030504040204" pitchFamily="34" charset="0"/>
                <a:cs typeface="Tahoma" panose="020B0604030504040204" pitchFamily="34" charset="0"/>
              </a:rPr>
              <a:t>(Singapore</a:t>
            </a:r>
            <a:r>
              <a:rPr lang="en-GB" sz="2200">
                <a:solidFill>
                  <a:prstClr val="black"/>
                </a:solidFill>
                <a:latin typeface="Tahoma" panose="020B0604030504040204" pitchFamily="34" charset="0"/>
                <a:ea typeface="Tahoma" panose="020B0604030504040204" pitchFamily="34" charset="0"/>
                <a:cs typeface="Tahoma" panose="020B0604030504040204" pitchFamily="34" charset="0"/>
              </a:rPr>
              <a:t>)</a:t>
            </a:r>
          </a:p>
        </p:txBody>
      </p:sp>
      <p:pic>
        <p:nvPicPr>
          <p:cNvPr id="16" name="Picture 15">
            <a:extLst>
              <a:ext uri="{FF2B5EF4-FFF2-40B4-BE49-F238E27FC236}">
                <a16:creationId xmlns:a16="http://schemas.microsoft.com/office/drawing/2014/main" id="{3E5A5A74-D39F-FD7C-1E33-8AB568CCE474}"/>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25019675" y="3434285"/>
            <a:ext cx="7623724" cy="4298202"/>
          </a:xfrm>
          <a:prstGeom prst="rect">
            <a:avLst/>
          </a:prstGeom>
        </p:spPr>
      </p:pic>
      <p:sp>
        <p:nvSpPr>
          <p:cNvPr id="23" name="TextBox 22">
            <a:extLst>
              <a:ext uri="{FF2B5EF4-FFF2-40B4-BE49-F238E27FC236}">
                <a16:creationId xmlns:a16="http://schemas.microsoft.com/office/drawing/2014/main" id="{9CE8437F-1ED9-18DE-64B2-ECF904E5E4A8}"/>
              </a:ext>
            </a:extLst>
          </p:cNvPr>
          <p:cNvSpPr txBox="1"/>
          <p:nvPr/>
        </p:nvSpPr>
        <p:spPr>
          <a:xfrm>
            <a:off x="1025403" y="2811616"/>
            <a:ext cx="2880360" cy="369332"/>
          </a:xfrm>
          <a:prstGeom prst="rect">
            <a:avLst/>
          </a:prstGeom>
          <a:noFill/>
        </p:spPr>
        <p:txBody>
          <a:bodyPr wrap="square">
            <a:spAutoFit/>
          </a:bodyPr>
          <a:lstStyle/>
          <a:p>
            <a:r>
              <a:rPr lang="en-US" sz="1800">
                <a:solidFill>
                  <a:prstClr val="black"/>
                </a:solidFill>
                <a:latin typeface="Tahoma" panose="020B0604030504040204" pitchFamily="34" charset="0"/>
                <a:ea typeface="Tahoma" panose="020B0604030504040204" pitchFamily="34" charset="0"/>
                <a:cs typeface="Tahoma" panose="020B0604030504040204" pitchFamily="34" charset="0"/>
              </a:rPr>
              <a:t>RTD latencies (</a:t>
            </a:r>
            <a:r>
              <a:rPr lang="en-US" sz="1800" err="1">
                <a:solidFill>
                  <a:prstClr val="black"/>
                </a:solidFill>
                <a:latin typeface="Tahoma" panose="020B0604030504040204" pitchFamily="34" charset="0"/>
                <a:ea typeface="Tahoma" panose="020B0604030504040204" pitchFamily="34" charset="0"/>
                <a:cs typeface="Tahoma" panose="020B0604030504040204" pitchFamily="34" charset="0"/>
              </a:rPr>
              <a:t>ms</a:t>
            </a:r>
            <a:r>
              <a:rPr lang="en-US" sz="1800">
                <a:solidFill>
                  <a:prstClr val="black"/>
                </a:solidFill>
                <a:latin typeface="Tahoma" panose="020B0604030504040204" pitchFamily="34" charset="0"/>
                <a:ea typeface="Tahoma" panose="020B0604030504040204" pitchFamily="34" charset="0"/>
                <a:cs typeface="Tahoma" panose="020B0604030504040204" pitchFamily="34" charset="0"/>
              </a:rPr>
              <a:t>)</a:t>
            </a:r>
            <a:endParaRPr lang="en-GB" sz="1800">
              <a:latin typeface="Tahoma" panose="020B0604030504040204" pitchFamily="34" charset="0"/>
              <a:ea typeface="Tahoma" panose="020B0604030504040204" pitchFamily="34" charset="0"/>
              <a:cs typeface="Tahoma" panose="020B0604030504040204" pitchFamily="34" charset="0"/>
            </a:endParaRPr>
          </a:p>
        </p:txBody>
      </p:sp>
      <p:sp>
        <p:nvSpPr>
          <p:cNvPr id="9" name="Slide Number Placeholder 5">
            <a:extLst>
              <a:ext uri="{FF2B5EF4-FFF2-40B4-BE49-F238E27FC236}">
                <a16:creationId xmlns:a16="http://schemas.microsoft.com/office/drawing/2014/main" id="{32644698-7EE3-E9AD-1A76-B4EA77DB4922}"/>
              </a:ext>
            </a:extLst>
          </p:cNvPr>
          <p:cNvSpPr>
            <a:spLocks noGrp="1"/>
          </p:cNvSpPr>
          <p:nvPr>
            <p:ph type="sldNum" sz="quarter" idx="12"/>
          </p:nvPr>
        </p:nvSpPr>
        <p:spPr>
          <a:xfrm>
            <a:off x="22400098" y="12617453"/>
            <a:ext cx="871798" cy="730250"/>
          </a:xfrm>
          <a:prstGeom prst="rect">
            <a:avLst/>
          </a:prstGeom>
        </p:spPr>
        <p:txBody>
          <a:bodyPr anchor="ctr"/>
          <a:lstStyle>
            <a:lvl1pPr algn="r">
              <a:defRPr sz="2000">
                <a:solidFill>
                  <a:srgbClr val="272726"/>
                </a:solidFill>
                <a:latin typeface="Figtree" pitchFamily="2" charset="0"/>
              </a:defRPr>
            </a:lvl1pPr>
          </a:lstStyle>
          <a:p>
            <a:fld id="{5F99CA44-E461-4342-8946-62027848508A}" type="slidenum">
              <a:rPr lang="en-PT" smtClean="0"/>
              <a:pPr/>
              <a:t>9</a:t>
            </a:fld>
            <a:endParaRPr lang="en-PT"/>
          </a:p>
        </p:txBody>
      </p:sp>
      <p:sp>
        <p:nvSpPr>
          <p:cNvPr id="28" name="Oval 27">
            <a:extLst>
              <a:ext uri="{FF2B5EF4-FFF2-40B4-BE49-F238E27FC236}">
                <a16:creationId xmlns:a16="http://schemas.microsoft.com/office/drawing/2014/main" id="{B494830A-0CC7-F2F8-2044-46749CDD2CFC}"/>
              </a:ext>
            </a:extLst>
          </p:cNvPr>
          <p:cNvSpPr/>
          <p:nvPr/>
        </p:nvSpPr>
        <p:spPr>
          <a:xfrm>
            <a:off x="14433321" y="10901838"/>
            <a:ext cx="360000" cy="360000"/>
          </a:xfrm>
          <a:prstGeom prst="ellipse">
            <a:avLst/>
          </a:prstGeom>
          <a:solidFill>
            <a:srgbClr val="0A3638"/>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720000" bIns="72000" rtlCol="0" anchor="ctr"/>
          <a:lstStyle/>
          <a:p>
            <a:pPr>
              <a:lnSpc>
                <a:spcPct val="80000"/>
              </a:lnSpc>
            </a:pPr>
            <a:r>
              <a:rPr lang="en-US" sz="1800">
                <a:solidFill>
                  <a:schemeClr val="tx1"/>
                </a:solidFill>
                <a:latin typeface="Figtree" pitchFamily="2" charset="0"/>
              </a:rPr>
              <a:t>Sines</a:t>
            </a:r>
            <a:endParaRPr lang="en-GB" sz="1800">
              <a:solidFill>
                <a:schemeClr val="tx1"/>
              </a:solidFill>
              <a:latin typeface="Figtree" pitchFamily="2" charset="0"/>
            </a:endParaRPr>
          </a:p>
        </p:txBody>
      </p:sp>
      <p:sp>
        <p:nvSpPr>
          <p:cNvPr id="30" name="Oval 29">
            <a:extLst>
              <a:ext uri="{FF2B5EF4-FFF2-40B4-BE49-F238E27FC236}">
                <a16:creationId xmlns:a16="http://schemas.microsoft.com/office/drawing/2014/main" id="{DE4388F6-E5CF-E15B-6289-92128B8A1B84}"/>
              </a:ext>
            </a:extLst>
          </p:cNvPr>
          <p:cNvSpPr/>
          <p:nvPr/>
        </p:nvSpPr>
        <p:spPr>
          <a:xfrm>
            <a:off x="16443385" y="4899690"/>
            <a:ext cx="360000" cy="360000"/>
          </a:xfrm>
          <a:prstGeom prst="ellipse">
            <a:avLst/>
          </a:prstGeom>
          <a:solidFill>
            <a:srgbClr val="00C058"/>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720000" bIns="72000" rtlCol="0" anchor="ctr"/>
          <a:lstStyle/>
          <a:p>
            <a:pPr>
              <a:lnSpc>
                <a:spcPct val="80000"/>
              </a:lnSpc>
            </a:pPr>
            <a:r>
              <a:rPr lang="en-US" sz="1800">
                <a:solidFill>
                  <a:schemeClr val="tx1"/>
                </a:solidFill>
                <a:latin typeface="Figtree" pitchFamily="2" charset="0"/>
              </a:rPr>
              <a:t>Dublin</a:t>
            </a:r>
            <a:br>
              <a:rPr lang="en-US" sz="1800">
                <a:solidFill>
                  <a:schemeClr val="tx1"/>
                </a:solidFill>
                <a:latin typeface="Figtree" pitchFamily="2" charset="0"/>
              </a:rPr>
            </a:br>
            <a:r>
              <a:rPr lang="en-US" sz="1800">
                <a:solidFill>
                  <a:schemeClr val="tx1"/>
                </a:solidFill>
                <a:latin typeface="Figtree" pitchFamily="2" charset="0"/>
              </a:rPr>
              <a:t>41ms</a:t>
            </a:r>
            <a:endParaRPr lang="en-GB" sz="1800">
              <a:solidFill>
                <a:schemeClr val="tx1"/>
              </a:solidFill>
              <a:latin typeface="Figtree" pitchFamily="2" charset="0"/>
            </a:endParaRPr>
          </a:p>
        </p:txBody>
      </p:sp>
      <p:sp>
        <p:nvSpPr>
          <p:cNvPr id="31" name="Arc 30">
            <a:extLst>
              <a:ext uri="{FF2B5EF4-FFF2-40B4-BE49-F238E27FC236}">
                <a16:creationId xmlns:a16="http://schemas.microsoft.com/office/drawing/2014/main" id="{EE211D05-105D-5573-1E93-64B856B54473}"/>
              </a:ext>
            </a:extLst>
          </p:cNvPr>
          <p:cNvSpPr/>
          <p:nvPr/>
        </p:nvSpPr>
        <p:spPr>
          <a:xfrm>
            <a:off x="13485045" y="8267922"/>
            <a:ext cx="5616000" cy="5616000"/>
          </a:xfrm>
          <a:prstGeom prst="arc">
            <a:avLst>
              <a:gd name="adj1" fmla="val 15401090"/>
              <a:gd name="adj2" fmla="val 0"/>
            </a:avLst>
          </a:prstGeom>
          <a:ln>
            <a:solidFill>
              <a:srgbClr val="F9C817"/>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sz="7200"/>
          </a:p>
        </p:txBody>
      </p:sp>
      <p:sp>
        <p:nvSpPr>
          <p:cNvPr id="32" name="Arc 31">
            <a:extLst>
              <a:ext uri="{FF2B5EF4-FFF2-40B4-BE49-F238E27FC236}">
                <a16:creationId xmlns:a16="http://schemas.microsoft.com/office/drawing/2014/main" id="{7889131E-2A76-219C-EC31-7D77B821E264}"/>
              </a:ext>
            </a:extLst>
          </p:cNvPr>
          <p:cNvSpPr/>
          <p:nvPr/>
        </p:nvSpPr>
        <p:spPr>
          <a:xfrm>
            <a:off x="13908430" y="6537519"/>
            <a:ext cx="6321766" cy="6321766"/>
          </a:xfrm>
          <a:prstGeom prst="arc">
            <a:avLst>
              <a:gd name="adj1" fmla="val 16160760"/>
              <a:gd name="adj2" fmla="val 0"/>
            </a:avLst>
          </a:prstGeom>
          <a:ln>
            <a:solidFill>
              <a:srgbClr val="F9C817"/>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sz="7200"/>
          </a:p>
        </p:txBody>
      </p:sp>
      <p:sp>
        <p:nvSpPr>
          <p:cNvPr id="33" name="Arc 32">
            <a:extLst>
              <a:ext uri="{FF2B5EF4-FFF2-40B4-BE49-F238E27FC236}">
                <a16:creationId xmlns:a16="http://schemas.microsoft.com/office/drawing/2014/main" id="{7D4E3101-4C5B-3AE9-70E0-6224EECFC1EF}"/>
              </a:ext>
            </a:extLst>
          </p:cNvPr>
          <p:cNvSpPr/>
          <p:nvPr/>
        </p:nvSpPr>
        <p:spPr>
          <a:xfrm>
            <a:off x="14900000" y="4839475"/>
            <a:ext cx="7850662" cy="7850662"/>
          </a:xfrm>
          <a:prstGeom prst="arc">
            <a:avLst>
              <a:gd name="adj1" fmla="val 16160760"/>
              <a:gd name="adj2" fmla="val 0"/>
            </a:avLst>
          </a:prstGeom>
          <a:ln>
            <a:solidFill>
              <a:srgbClr val="F9C817"/>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sz="7200"/>
          </a:p>
        </p:txBody>
      </p:sp>
      <p:grpSp>
        <p:nvGrpSpPr>
          <p:cNvPr id="45" name="Group 44">
            <a:extLst>
              <a:ext uri="{FF2B5EF4-FFF2-40B4-BE49-F238E27FC236}">
                <a16:creationId xmlns:a16="http://schemas.microsoft.com/office/drawing/2014/main" id="{6DD64468-A782-5DA9-4532-B6FD23238EE3}"/>
              </a:ext>
            </a:extLst>
          </p:cNvPr>
          <p:cNvGrpSpPr/>
          <p:nvPr/>
        </p:nvGrpSpPr>
        <p:grpSpPr>
          <a:xfrm>
            <a:off x="17339633" y="11803416"/>
            <a:ext cx="1759504" cy="379542"/>
            <a:chOff x="8669023" y="5901708"/>
            <a:chExt cx="879752" cy="189771"/>
          </a:xfrm>
        </p:grpSpPr>
        <p:cxnSp>
          <p:nvCxnSpPr>
            <p:cNvPr id="35" name="Straight Arrow Connector 34">
              <a:extLst>
                <a:ext uri="{FF2B5EF4-FFF2-40B4-BE49-F238E27FC236}">
                  <a16:creationId xmlns:a16="http://schemas.microsoft.com/office/drawing/2014/main" id="{91EBB9BD-9DDD-5B40-6001-37DFB98D2533}"/>
                </a:ext>
              </a:extLst>
            </p:cNvPr>
            <p:cNvCxnSpPr>
              <a:cxnSpLocks/>
            </p:cNvCxnSpPr>
            <p:nvPr/>
          </p:nvCxnSpPr>
          <p:spPr>
            <a:xfrm>
              <a:off x="8669023" y="6091479"/>
              <a:ext cx="879752" cy="0"/>
            </a:xfrm>
            <a:prstGeom prst="straightConnector1">
              <a:avLst/>
            </a:prstGeom>
            <a:ln w="9525">
              <a:solidFill>
                <a:srgbClr val="F9C817"/>
              </a:solidFill>
              <a:tailEnd type="triangle"/>
            </a:ln>
          </p:spPr>
          <p:style>
            <a:lnRef idx="2">
              <a:schemeClr val="accent1"/>
            </a:lnRef>
            <a:fillRef idx="0">
              <a:schemeClr val="accent1"/>
            </a:fillRef>
            <a:effectRef idx="1">
              <a:schemeClr val="accent1"/>
            </a:effectRef>
            <a:fontRef idx="minor">
              <a:schemeClr val="tx1"/>
            </a:fontRef>
          </p:style>
        </p:cxnSp>
        <p:sp>
          <p:nvSpPr>
            <p:cNvPr id="36" name="TextBox 35">
              <a:extLst>
                <a:ext uri="{FF2B5EF4-FFF2-40B4-BE49-F238E27FC236}">
                  <a16:creationId xmlns:a16="http://schemas.microsoft.com/office/drawing/2014/main" id="{DFF62597-472D-9EA6-441F-DEFD328AF44E}"/>
                </a:ext>
              </a:extLst>
            </p:cNvPr>
            <p:cNvSpPr txBox="1"/>
            <p:nvPr/>
          </p:nvSpPr>
          <p:spPr>
            <a:xfrm>
              <a:off x="8758205" y="5901708"/>
              <a:ext cx="656590" cy="169277"/>
            </a:xfrm>
            <a:prstGeom prst="rect">
              <a:avLst/>
            </a:prstGeom>
            <a:noFill/>
          </p:spPr>
          <p:txBody>
            <a:bodyPr wrap="none" rtlCol="0">
              <a:spAutoFit/>
            </a:bodyPr>
            <a:lstStyle/>
            <a:p>
              <a:r>
                <a:rPr lang="en-US" sz="1600">
                  <a:solidFill>
                    <a:srgbClr val="F9C817"/>
                  </a:solidFill>
                  <a:latin typeface="Figtree" pitchFamily="2" charset="0"/>
                </a:rPr>
                <a:t>Under 20ms</a:t>
              </a:r>
              <a:endParaRPr lang="en-GB" sz="1600">
                <a:solidFill>
                  <a:srgbClr val="F9C817"/>
                </a:solidFill>
                <a:latin typeface="Figtree" pitchFamily="2" charset="0"/>
              </a:endParaRPr>
            </a:p>
          </p:txBody>
        </p:sp>
      </p:grpSp>
      <p:grpSp>
        <p:nvGrpSpPr>
          <p:cNvPr id="46" name="Group 45">
            <a:extLst>
              <a:ext uri="{FF2B5EF4-FFF2-40B4-BE49-F238E27FC236}">
                <a16:creationId xmlns:a16="http://schemas.microsoft.com/office/drawing/2014/main" id="{01041F1B-8AD1-ED54-A1B9-003FCD57670E}"/>
              </a:ext>
            </a:extLst>
          </p:cNvPr>
          <p:cNvGrpSpPr/>
          <p:nvPr/>
        </p:nvGrpSpPr>
        <p:grpSpPr>
          <a:xfrm>
            <a:off x="18966483" y="11803416"/>
            <a:ext cx="1759504" cy="379542"/>
            <a:chOff x="8669023" y="5901708"/>
            <a:chExt cx="879752" cy="189771"/>
          </a:xfrm>
        </p:grpSpPr>
        <p:cxnSp>
          <p:nvCxnSpPr>
            <p:cNvPr id="47" name="Straight Arrow Connector 46">
              <a:extLst>
                <a:ext uri="{FF2B5EF4-FFF2-40B4-BE49-F238E27FC236}">
                  <a16:creationId xmlns:a16="http://schemas.microsoft.com/office/drawing/2014/main" id="{F41F5CED-BE7E-E8EC-575E-98B2047B7D68}"/>
                </a:ext>
              </a:extLst>
            </p:cNvPr>
            <p:cNvCxnSpPr>
              <a:cxnSpLocks/>
            </p:cNvCxnSpPr>
            <p:nvPr/>
          </p:nvCxnSpPr>
          <p:spPr>
            <a:xfrm>
              <a:off x="8669023" y="6091479"/>
              <a:ext cx="879752" cy="0"/>
            </a:xfrm>
            <a:prstGeom prst="straightConnector1">
              <a:avLst/>
            </a:prstGeom>
            <a:ln w="9525">
              <a:solidFill>
                <a:srgbClr val="F9C817"/>
              </a:solidFill>
              <a:tailEnd type="triangle"/>
            </a:ln>
          </p:spPr>
          <p:style>
            <a:lnRef idx="2">
              <a:schemeClr val="accent1"/>
            </a:lnRef>
            <a:fillRef idx="0">
              <a:schemeClr val="accent1"/>
            </a:fillRef>
            <a:effectRef idx="1">
              <a:schemeClr val="accent1"/>
            </a:effectRef>
            <a:fontRef idx="minor">
              <a:schemeClr val="tx1"/>
            </a:fontRef>
          </p:style>
        </p:cxnSp>
        <p:sp>
          <p:nvSpPr>
            <p:cNvPr id="48" name="TextBox 47">
              <a:extLst>
                <a:ext uri="{FF2B5EF4-FFF2-40B4-BE49-F238E27FC236}">
                  <a16:creationId xmlns:a16="http://schemas.microsoft.com/office/drawing/2014/main" id="{FFA01187-46DD-2331-C7C1-310B39667EAB}"/>
                </a:ext>
              </a:extLst>
            </p:cNvPr>
            <p:cNvSpPr txBox="1"/>
            <p:nvPr/>
          </p:nvSpPr>
          <p:spPr>
            <a:xfrm>
              <a:off x="8758205" y="5901708"/>
              <a:ext cx="650178" cy="169277"/>
            </a:xfrm>
            <a:prstGeom prst="rect">
              <a:avLst/>
            </a:prstGeom>
            <a:noFill/>
          </p:spPr>
          <p:txBody>
            <a:bodyPr wrap="none" rtlCol="0">
              <a:spAutoFit/>
            </a:bodyPr>
            <a:lstStyle/>
            <a:p>
              <a:r>
                <a:rPr lang="en-US" sz="1600">
                  <a:solidFill>
                    <a:srgbClr val="F9C817"/>
                  </a:solidFill>
                  <a:latin typeface="Figtree" pitchFamily="2" charset="0"/>
                </a:rPr>
                <a:t>Under 25ms</a:t>
              </a:r>
              <a:endParaRPr lang="en-GB" sz="1600">
                <a:solidFill>
                  <a:srgbClr val="F9C817"/>
                </a:solidFill>
                <a:latin typeface="Figtree" pitchFamily="2" charset="0"/>
              </a:endParaRPr>
            </a:p>
          </p:txBody>
        </p:sp>
      </p:grpSp>
      <p:grpSp>
        <p:nvGrpSpPr>
          <p:cNvPr id="49" name="Group 48">
            <a:extLst>
              <a:ext uri="{FF2B5EF4-FFF2-40B4-BE49-F238E27FC236}">
                <a16:creationId xmlns:a16="http://schemas.microsoft.com/office/drawing/2014/main" id="{654115E0-DE84-BA81-C362-CF7A25CD8677}"/>
              </a:ext>
            </a:extLst>
          </p:cNvPr>
          <p:cNvGrpSpPr/>
          <p:nvPr/>
        </p:nvGrpSpPr>
        <p:grpSpPr>
          <a:xfrm>
            <a:off x="20856595" y="11803416"/>
            <a:ext cx="1759504" cy="379542"/>
            <a:chOff x="8669023" y="5901708"/>
            <a:chExt cx="879752" cy="189771"/>
          </a:xfrm>
        </p:grpSpPr>
        <p:cxnSp>
          <p:nvCxnSpPr>
            <p:cNvPr id="50" name="Straight Arrow Connector 49">
              <a:extLst>
                <a:ext uri="{FF2B5EF4-FFF2-40B4-BE49-F238E27FC236}">
                  <a16:creationId xmlns:a16="http://schemas.microsoft.com/office/drawing/2014/main" id="{203D7850-8AE3-9762-6F7F-F7CF755A87F1}"/>
                </a:ext>
              </a:extLst>
            </p:cNvPr>
            <p:cNvCxnSpPr>
              <a:cxnSpLocks/>
            </p:cNvCxnSpPr>
            <p:nvPr/>
          </p:nvCxnSpPr>
          <p:spPr>
            <a:xfrm>
              <a:off x="8669023" y="6091479"/>
              <a:ext cx="879752" cy="0"/>
            </a:xfrm>
            <a:prstGeom prst="straightConnector1">
              <a:avLst/>
            </a:prstGeom>
            <a:ln w="9525">
              <a:solidFill>
                <a:srgbClr val="F9C817"/>
              </a:solidFill>
              <a:tailEnd type="triangle"/>
            </a:ln>
          </p:spPr>
          <p:style>
            <a:lnRef idx="2">
              <a:schemeClr val="accent1"/>
            </a:lnRef>
            <a:fillRef idx="0">
              <a:schemeClr val="accent1"/>
            </a:fillRef>
            <a:effectRef idx="1">
              <a:schemeClr val="accent1"/>
            </a:effectRef>
            <a:fontRef idx="minor">
              <a:schemeClr val="tx1"/>
            </a:fontRef>
          </p:style>
        </p:cxnSp>
        <p:sp>
          <p:nvSpPr>
            <p:cNvPr id="51" name="TextBox 50">
              <a:extLst>
                <a:ext uri="{FF2B5EF4-FFF2-40B4-BE49-F238E27FC236}">
                  <a16:creationId xmlns:a16="http://schemas.microsoft.com/office/drawing/2014/main" id="{B8BBC5EF-FCD1-ED5D-9B85-2C44232DD13C}"/>
                </a:ext>
              </a:extLst>
            </p:cNvPr>
            <p:cNvSpPr txBox="1"/>
            <p:nvPr/>
          </p:nvSpPr>
          <p:spPr>
            <a:xfrm>
              <a:off x="8758205" y="5901708"/>
              <a:ext cx="648575" cy="169277"/>
            </a:xfrm>
            <a:prstGeom prst="rect">
              <a:avLst/>
            </a:prstGeom>
            <a:noFill/>
          </p:spPr>
          <p:txBody>
            <a:bodyPr wrap="none" rtlCol="0">
              <a:spAutoFit/>
            </a:bodyPr>
            <a:lstStyle/>
            <a:p>
              <a:r>
                <a:rPr lang="en-US" sz="1600">
                  <a:solidFill>
                    <a:srgbClr val="F9C817"/>
                  </a:solidFill>
                  <a:latin typeface="Figtree" pitchFamily="2" charset="0"/>
                </a:rPr>
                <a:t>Under 35ms</a:t>
              </a:r>
              <a:endParaRPr lang="en-GB" sz="1600">
                <a:solidFill>
                  <a:srgbClr val="F9C817"/>
                </a:solidFill>
                <a:latin typeface="Figtree" pitchFamily="2" charset="0"/>
              </a:endParaRPr>
            </a:p>
          </p:txBody>
        </p:sp>
      </p:grpSp>
      <p:pic>
        <p:nvPicPr>
          <p:cNvPr id="6146" name="Picture 2">
            <a:extLst>
              <a:ext uri="{FF2B5EF4-FFF2-40B4-BE49-F238E27FC236}">
                <a16:creationId xmlns:a16="http://schemas.microsoft.com/office/drawing/2014/main" id="{F9D78D6C-B49C-4C71-052E-18BA24391DE6}"/>
              </a:ext>
            </a:extLst>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322" y="3743631"/>
            <a:ext cx="14583750" cy="7413406"/>
          </a:xfrm>
          <a:prstGeom prst="rect">
            <a:avLst/>
          </a:prstGeom>
          <a:noFill/>
          <a:extLst>
            <a:ext uri="{909E8E84-426E-40DD-AFC4-6F175D3DCCD1}">
              <a14:hiddenFill xmlns:a14="http://schemas.microsoft.com/office/drawing/2010/main">
                <a:solidFill>
                  <a:srgbClr val="FFFFFF"/>
                </a:solidFill>
              </a14:hiddenFill>
            </a:ext>
          </a:extLst>
        </p:spPr>
      </p:pic>
      <p:sp>
        <p:nvSpPr>
          <p:cNvPr id="52" name="Oval 51">
            <a:extLst>
              <a:ext uri="{FF2B5EF4-FFF2-40B4-BE49-F238E27FC236}">
                <a16:creationId xmlns:a16="http://schemas.microsoft.com/office/drawing/2014/main" id="{12893909-D0EF-158B-FDF0-6BEFEDD78E13}"/>
              </a:ext>
            </a:extLst>
          </p:cNvPr>
          <p:cNvSpPr/>
          <p:nvPr/>
        </p:nvSpPr>
        <p:spPr>
          <a:xfrm>
            <a:off x="6457625" y="5614676"/>
            <a:ext cx="144000" cy="144000"/>
          </a:xfrm>
          <a:prstGeom prst="ellipse">
            <a:avLst/>
          </a:prstGeom>
          <a:solidFill>
            <a:srgbClr val="0A3638"/>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432000" rIns="72000" bIns="72000" rtlCol="0" anchor="ctr"/>
          <a:lstStyle/>
          <a:p>
            <a:pPr>
              <a:lnSpc>
                <a:spcPct val="80000"/>
              </a:lnSpc>
            </a:pPr>
            <a:r>
              <a:rPr lang="en-US" sz="1600">
                <a:solidFill>
                  <a:schemeClr val="tx1"/>
                </a:solidFill>
                <a:latin typeface="Figtree" pitchFamily="2" charset="0"/>
              </a:rPr>
              <a:t>Sines</a:t>
            </a:r>
            <a:endParaRPr lang="en-GB" sz="1600">
              <a:solidFill>
                <a:schemeClr val="tx1"/>
              </a:solidFill>
              <a:latin typeface="Figtree" pitchFamily="2" charset="0"/>
            </a:endParaRPr>
          </a:p>
        </p:txBody>
      </p:sp>
      <p:sp>
        <p:nvSpPr>
          <p:cNvPr id="53" name="Oval 52">
            <a:extLst>
              <a:ext uri="{FF2B5EF4-FFF2-40B4-BE49-F238E27FC236}">
                <a16:creationId xmlns:a16="http://schemas.microsoft.com/office/drawing/2014/main" id="{BB8F4C3D-8FFD-B597-58DE-1F803CC4FA45}"/>
              </a:ext>
            </a:extLst>
          </p:cNvPr>
          <p:cNvSpPr/>
          <p:nvPr/>
        </p:nvSpPr>
        <p:spPr>
          <a:xfrm>
            <a:off x="5196203" y="7493700"/>
            <a:ext cx="216000" cy="216000"/>
          </a:xfrm>
          <a:prstGeom prst="ellipse">
            <a:avLst/>
          </a:prstGeom>
          <a:solidFill>
            <a:srgbClr val="00C058"/>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432000" rIns="72000" bIns="72000" rtlCol="0" anchor="ctr"/>
          <a:lstStyle/>
          <a:p>
            <a:pPr>
              <a:lnSpc>
                <a:spcPct val="80000"/>
              </a:lnSpc>
            </a:pPr>
            <a:r>
              <a:rPr lang="en-US" sz="1600">
                <a:solidFill>
                  <a:schemeClr val="tx1"/>
                </a:solidFill>
                <a:latin typeface="Figtree" pitchFamily="2" charset="0"/>
              </a:rPr>
              <a:t>Fortaleza</a:t>
            </a:r>
            <a:br>
              <a:rPr lang="en-US" sz="1600">
                <a:solidFill>
                  <a:schemeClr val="tx1"/>
                </a:solidFill>
                <a:latin typeface="Figtree" pitchFamily="2" charset="0"/>
              </a:rPr>
            </a:br>
            <a:r>
              <a:rPr lang="en-US" sz="1600">
                <a:solidFill>
                  <a:schemeClr val="tx1"/>
                </a:solidFill>
                <a:latin typeface="Figtree" pitchFamily="2" charset="0"/>
              </a:rPr>
              <a:t>57ms</a:t>
            </a:r>
            <a:endParaRPr lang="en-GB" sz="1600">
              <a:solidFill>
                <a:schemeClr val="tx1"/>
              </a:solidFill>
              <a:latin typeface="Figtree" pitchFamily="2" charset="0"/>
            </a:endParaRPr>
          </a:p>
        </p:txBody>
      </p:sp>
      <p:pic>
        <p:nvPicPr>
          <p:cNvPr id="55" name="Picture 54">
            <a:extLst>
              <a:ext uri="{FF2B5EF4-FFF2-40B4-BE49-F238E27FC236}">
                <a16:creationId xmlns:a16="http://schemas.microsoft.com/office/drawing/2014/main" id="{B561EC00-1AD6-2992-F012-401F8E2348AE}"/>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25019675" y="8026276"/>
            <a:ext cx="10141502" cy="4867228"/>
          </a:xfrm>
          <a:prstGeom prst="rect">
            <a:avLst/>
          </a:prstGeom>
        </p:spPr>
      </p:pic>
      <p:sp>
        <p:nvSpPr>
          <p:cNvPr id="57" name="Oval 56">
            <a:extLst>
              <a:ext uri="{FF2B5EF4-FFF2-40B4-BE49-F238E27FC236}">
                <a16:creationId xmlns:a16="http://schemas.microsoft.com/office/drawing/2014/main" id="{D1EB6381-64D3-E515-8B2D-B6FD7A5324AB}"/>
              </a:ext>
            </a:extLst>
          </p:cNvPr>
          <p:cNvSpPr/>
          <p:nvPr/>
        </p:nvSpPr>
        <p:spPr>
          <a:xfrm>
            <a:off x="7882057" y="5480868"/>
            <a:ext cx="216000" cy="216000"/>
          </a:xfrm>
          <a:prstGeom prst="ellipse">
            <a:avLst/>
          </a:prstGeom>
          <a:solidFill>
            <a:srgbClr val="00C058"/>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432000" rIns="72000" bIns="72000" rtlCol="0" anchor="ctr"/>
          <a:lstStyle/>
          <a:p>
            <a:pPr>
              <a:lnSpc>
                <a:spcPct val="80000"/>
              </a:lnSpc>
            </a:pPr>
            <a:r>
              <a:rPr lang="en-US" sz="1600">
                <a:solidFill>
                  <a:schemeClr val="tx1"/>
                </a:solidFill>
                <a:latin typeface="Figtree" pitchFamily="2" charset="0"/>
              </a:rPr>
              <a:t>Istanbul </a:t>
            </a:r>
          </a:p>
          <a:p>
            <a:pPr>
              <a:lnSpc>
                <a:spcPct val="80000"/>
              </a:lnSpc>
            </a:pPr>
            <a:r>
              <a:rPr lang="en-US" sz="1600">
                <a:solidFill>
                  <a:schemeClr val="tx1"/>
                </a:solidFill>
                <a:latin typeface="Figtree" pitchFamily="2" charset="0"/>
              </a:rPr>
              <a:t>66ms</a:t>
            </a:r>
            <a:endParaRPr lang="en-GB" sz="1600">
              <a:solidFill>
                <a:schemeClr val="tx1"/>
              </a:solidFill>
              <a:latin typeface="Figtree" pitchFamily="2" charset="0"/>
            </a:endParaRPr>
          </a:p>
        </p:txBody>
      </p:sp>
      <p:sp>
        <p:nvSpPr>
          <p:cNvPr id="58" name="Oval 57">
            <a:extLst>
              <a:ext uri="{FF2B5EF4-FFF2-40B4-BE49-F238E27FC236}">
                <a16:creationId xmlns:a16="http://schemas.microsoft.com/office/drawing/2014/main" id="{E1040C78-29CC-5C69-9EF2-A60ABDC9D294}"/>
              </a:ext>
            </a:extLst>
          </p:cNvPr>
          <p:cNvSpPr/>
          <p:nvPr/>
        </p:nvSpPr>
        <p:spPr>
          <a:xfrm>
            <a:off x="3740369" y="5830372"/>
            <a:ext cx="216000" cy="216000"/>
          </a:xfrm>
          <a:prstGeom prst="ellipse">
            <a:avLst/>
          </a:prstGeom>
          <a:solidFill>
            <a:srgbClr val="00C058"/>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432000" rIns="72000" bIns="72000" rtlCol="0" anchor="ctr"/>
          <a:lstStyle/>
          <a:p>
            <a:pPr>
              <a:lnSpc>
                <a:spcPct val="80000"/>
              </a:lnSpc>
            </a:pPr>
            <a:r>
              <a:rPr lang="en-US" sz="1600">
                <a:solidFill>
                  <a:schemeClr val="tx1"/>
                </a:solidFill>
                <a:latin typeface="Figtree" pitchFamily="2" charset="0"/>
              </a:rPr>
              <a:t>Myrtle Beach</a:t>
            </a:r>
          </a:p>
          <a:p>
            <a:pPr>
              <a:lnSpc>
                <a:spcPct val="80000"/>
              </a:lnSpc>
            </a:pPr>
            <a:r>
              <a:rPr lang="en-US" sz="1600">
                <a:solidFill>
                  <a:schemeClr val="tx1"/>
                </a:solidFill>
                <a:latin typeface="Figtree" pitchFamily="2" charset="0"/>
              </a:rPr>
              <a:t>66ms</a:t>
            </a:r>
            <a:endParaRPr lang="en-GB" sz="1600">
              <a:solidFill>
                <a:schemeClr val="tx1"/>
              </a:solidFill>
              <a:latin typeface="Figtree" pitchFamily="2" charset="0"/>
            </a:endParaRPr>
          </a:p>
        </p:txBody>
      </p:sp>
      <p:sp>
        <p:nvSpPr>
          <p:cNvPr id="60" name="Oval 59">
            <a:extLst>
              <a:ext uri="{FF2B5EF4-FFF2-40B4-BE49-F238E27FC236}">
                <a16:creationId xmlns:a16="http://schemas.microsoft.com/office/drawing/2014/main" id="{7BB25187-11DF-B32A-7CFE-0D47FC03CD36}"/>
              </a:ext>
            </a:extLst>
          </p:cNvPr>
          <p:cNvSpPr/>
          <p:nvPr/>
        </p:nvSpPr>
        <p:spPr>
          <a:xfrm>
            <a:off x="8967333" y="6208358"/>
            <a:ext cx="216000" cy="216000"/>
          </a:xfrm>
          <a:prstGeom prst="ellipse">
            <a:avLst/>
          </a:prstGeom>
          <a:solidFill>
            <a:srgbClr val="00C058"/>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432000" rIns="72000" bIns="72000" rtlCol="0" anchor="ctr"/>
          <a:lstStyle/>
          <a:p>
            <a:pPr>
              <a:lnSpc>
                <a:spcPct val="80000"/>
              </a:lnSpc>
            </a:pPr>
            <a:r>
              <a:rPr lang="en-US" sz="1600">
                <a:solidFill>
                  <a:schemeClr val="tx1"/>
                </a:solidFill>
                <a:latin typeface="Figtree" pitchFamily="2" charset="0"/>
              </a:rPr>
              <a:t>Dubai</a:t>
            </a:r>
          </a:p>
          <a:p>
            <a:pPr>
              <a:lnSpc>
                <a:spcPct val="80000"/>
              </a:lnSpc>
            </a:pPr>
            <a:r>
              <a:rPr lang="en-US" sz="1600">
                <a:solidFill>
                  <a:schemeClr val="tx1"/>
                </a:solidFill>
                <a:latin typeface="Figtree" pitchFamily="2" charset="0"/>
              </a:rPr>
              <a:t>73ms</a:t>
            </a:r>
            <a:endParaRPr lang="en-GB" sz="1600">
              <a:solidFill>
                <a:schemeClr val="tx1"/>
              </a:solidFill>
              <a:latin typeface="Figtree" pitchFamily="2" charset="0"/>
            </a:endParaRPr>
          </a:p>
        </p:txBody>
      </p:sp>
      <p:sp>
        <p:nvSpPr>
          <p:cNvPr id="61" name="Oval 60">
            <a:extLst>
              <a:ext uri="{FF2B5EF4-FFF2-40B4-BE49-F238E27FC236}">
                <a16:creationId xmlns:a16="http://schemas.microsoft.com/office/drawing/2014/main" id="{DE893DBA-42E8-58D6-5A82-D42D2228C2A1}"/>
              </a:ext>
            </a:extLst>
          </p:cNvPr>
          <p:cNvSpPr/>
          <p:nvPr/>
        </p:nvSpPr>
        <p:spPr>
          <a:xfrm>
            <a:off x="10938373" y="7201720"/>
            <a:ext cx="216000" cy="216000"/>
          </a:xfrm>
          <a:prstGeom prst="ellipse">
            <a:avLst/>
          </a:prstGeom>
          <a:solidFill>
            <a:srgbClr val="00C058"/>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432000" rIns="72000" bIns="72000" rtlCol="0" anchor="ctr"/>
          <a:lstStyle/>
          <a:p>
            <a:pPr>
              <a:lnSpc>
                <a:spcPct val="80000"/>
              </a:lnSpc>
            </a:pPr>
            <a:r>
              <a:rPr lang="en-US" sz="1600">
                <a:solidFill>
                  <a:schemeClr val="tx1"/>
                </a:solidFill>
                <a:latin typeface="Figtree" pitchFamily="2" charset="0"/>
              </a:rPr>
              <a:t>Singapore</a:t>
            </a:r>
          </a:p>
          <a:p>
            <a:pPr>
              <a:lnSpc>
                <a:spcPct val="80000"/>
              </a:lnSpc>
            </a:pPr>
            <a:r>
              <a:rPr lang="en-US" sz="1600">
                <a:solidFill>
                  <a:schemeClr val="tx1"/>
                </a:solidFill>
                <a:latin typeface="Figtree" pitchFamily="2" charset="0"/>
              </a:rPr>
              <a:t>158ms</a:t>
            </a:r>
            <a:endParaRPr lang="en-GB" sz="1600">
              <a:solidFill>
                <a:schemeClr val="tx1"/>
              </a:solidFill>
              <a:latin typeface="Figtree" pitchFamily="2" charset="0"/>
            </a:endParaRPr>
          </a:p>
        </p:txBody>
      </p:sp>
      <p:sp>
        <p:nvSpPr>
          <p:cNvPr id="62" name="Oval 61">
            <a:extLst>
              <a:ext uri="{FF2B5EF4-FFF2-40B4-BE49-F238E27FC236}">
                <a16:creationId xmlns:a16="http://schemas.microsoft.com/office/drawing/2014/main" id="{01A3F757-86FD-EF37-601A-1A0DA81C183F}"/>
              </a:ext>
            </a:extLst>
          </p:cNvPr>
          <p:cNvSpPr/>
          <p:nvPr/>
        </p:nvSpPr>
        <p:spPr>
          <a:xfrm>
            <a:off x="4908717" y="8489262"/>
            <a:ext cx="216000" cy="216000"/>
          </a:xfrm>
          <a:prstGeom prst="ellipse">
            <a:avLst/>
          </a:prstGeom>
          <a:solidFill>
            <a:srgbClr val="00C058"/>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432000" rIns="72000" bIns="72000" rtlCol="0" anchor="ctr"/>
          <a:lstStyle/>
          <a:p>
            <a:pPr>
              <a:lnSpc>
                <a:spcPct val="80000"/>
              </a:lnSpc>
            </a:pPr>
            <a:r>
              <a:rPr lang="en-US" sz="1600">
                <a:solidFill>
                  <a:schemeClr val="tx1"/>
                </a:solidFill>
                <a:latin typeface="Figtree" pitchFamily="2" charset="0"/>
              </a:rPr>
              <a:t>Sao Paulo</a:t>
            </a:r>
          </a:p>
          <a:p>
            <a:pPr>
              <a:lnSpc>
                <a:spcPct val="80000"/>
              </a:lnSpc>
            </a:pPr>
            <a:r>
              <a:rPr lang="en-US" sz="1600">
                <a:solidFill>
                  <a:schemeClr val="tx1"/>
                </a:solidFill>
                <a:latin typeface="Figtree" pitchFamily="2" charset="0"/>
              </a:rPr>
              <a:t>96ms</a:t>
            </a:r>
            <a:endParaRPr lang="en-GB" sz="1600">
              <a:solidFill>
                <a:schemeClr val="tx1"/>
              </a:solidFill>
              <a:latin typeface="Figtree" pitchFamily="2" charset="0"/>
            </a:endParaRPr>
          </a:p>
        </p:txBody>
      </p:sp>
      <p:sp>
        <p:nvSpPr>
          <p:cNvPr id="63" name="Oval 62">
            <a:extLst>
              <a:ext uri="{FF2B5EF4-FFF2-40B4-BE49-F238E27FC236}">
                <a16:creationId xmlns:a16="http://schemas.microsoft.com/office/drawing/2014/main" id="{692485F7-FA12-1CFE-BDE6-8A2AD4D89BED}"/>
              </a:ext>
            </a:extLst>
          </p:cNvPr>
          <p:cNvSpPr/>
          <p:nvPr/>
        </p:nvSpPr>
        <p:spPr>
          <a:xfrm>
            <a:off x="7509677" y="8849942"/>
            <a:ext cx="216000" cy="216000"/>
          </a:xfrm>
          <a:prstGeom prst="ellipse">
            <a:avLst/>
          </a:prstGeom>
          <a:solidFill>
            <a:srgbClr val="00C058"/>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432000" rIns="72000" bIns="72000" rtlCol="0" anchor="ctr"/>
          <a:lstStyle/>
          <a:p>
            <a:pPr>
              <a:lnSpc>
                <a:spcPct val="80000"/>
              </a:lnSpc>
            </a:pPr>
            <a:r>
              <a:rPr lang="en-US" sz="1600">
                <a:solidFill>
                  <a:schemeClr val="tx1"/>
                </a:solidFill>
                <a:latin typeface="Figtree" pitchFamily="2" charset="0"/>
              </a:rPr>
              <a:t>Cape Town</a:t>
            </a:r>
          </a:p>
          <a:p>
            <a:pPr>
              <a:lnSpc>
                <a:spcPct val="80000"/>
              </a:lnSpc>
            </a:pPr>
            <a:r>
              <a:rPr lang="en-US" sz="1600">
                <a:solidFill>
                  <a:schemeClr val="tx1"/>
                </a:solidFill>
                <a:latin typeface="Figtree" pitchFamily="2" charset="0"/>
              </a:rPr>
              <a:t>135ms</a:t>
            </a:r>
            <a:endParaRPr lang="en-GB" sz="1600">
              <a:solidFill>
                <a:schemeClr val="tx1"/>
              </a:solidFill>
              <a:latin typeface="Figtree" pitchFamily="2" charset="0"/>
            </a:endParaRPr>
          </a:p>
        </p:txBody>
      </p:sp>
      <p:sp>
        <p:nvSpPr>
          <p:cNvPr id="4096" name="Rectangle: Rounded Corners 4095">
            <a:extLst>
              <a:ext uri="{FF2B5EF4-FFF2-40B4-BE49-F238E27FC236}">
                <a16:creationId xmlns:a16="http://schemas.microsoft.com/office/drawing/2014/main" id="{CD705DBC-E943-F3D0-93BF-5BEDB1E68214}"/>
              </a:ext>
            </a:extLst>
          </p:cNvPr>
          <p:cNvSpPr/>
          <p:nvPr/>
        </p:nvSpPr>
        <p:spPr>
          <a:xfrm>
            <a:off x="15515781" y="2734580"/>
            <a:ext cx="4621280" cy="1163004"/>
          </a:xfrm>
          <a:prstGeom prst="roundRect">
            <a:avLst/>
          </a:prstGeom>
          <a:solidFill>
            <a:srgbClr val="EDEBEB"/>
          </a:solidFill>
          <a:ln w="127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72000" rIns="72000" rtlCol="0" anchor="ctr"/>
          <a:lstStyle/>
          <a:p>
            <a:pPr defTabSz="1485900">
              <a:lnSpc>
                <a:spcPct val="90000"/>
              </a:lnSpc>
            </a:pPr>
            <a:r>
              <a:rPr lang="en-US" sz="2000" b="1">
                <a:solidFill>
                  <a:srgbClr val="272726"/>
                </a:solidFill>
                <a:latin typeface="Figtree" pitchFamily="2" charset="0"/>
                <a:ea typeface="Tahoma" panose="020B0604030504040204" pitchFamily="34" charset="0"/>
                <a:cs typeface="Tahoma" panose="020B0604030504040204" pitchFamily="34" charset="0"/>
                <a:sym typeface="Helvetica"/>
              </a:rPr>
              <a:t>Did you know? </a:t>
            </a:r>
            <a:r>
              <a:rPr lang="en-US" sz="2000">
                <a:solidFill>
                  <a:srgbClr val="272726"/>
                </a:solidFill>
                <a:latin typeface="Figtree" pitchFamily="2" charset="0"/>
                <a:ea typeface="Tahoma" panose="020B0604030504040204" pitchFamily="34" charset="0"/>
                <a:cs typeface="Tahoma" panose="020B0604030504040204" pitchFamily="34" charset="0"/>
                <a:sym typeface="Helvetica"/>
              </a:rPr>
              <a:t>Portugal outperforms Stockholm in latency to and from </a:t>
            </a:r>
            <a:br>
              <a:rPr lang="en-US" sz="2000">
                <a:solidFill>
                  <a:srgbClr val="272726"/>
                </a:solidFill>
                <a:latin typeface="Figtree" pitchFamily="2" charset="0"/>
                <a:ea typeface="Tahoma" panose="020B0604030504040204" pitchFamily="34" charset="0"/>
                <a:cs typeface="Tahoma" panose="020B0604030504040204" pitchFamily="34" charset="0"/>
                <a:sym typeface="Helvetica"/>
              </a:rPr>
            </a:br>
            <a:r>
              <a:rPr lang="en-US" sz="2000">
                <a:solidFill>
                  <a:srgbClr val="272726"/>
                </a:solidFill>
                <a:latin typeface="Figtree" pitchFamily="2" charset="0"/>
                <a:ea typeface="Tahoma" panose="020B0604030504040204" pitchFamily="34" charset="0"/>
                <a:cs typeface="Tahoma" panose="020B0604030504040204" pitchFamily="34" charset="0"/>
                <a:sym typeface="Helvetica"/>
              </a:rPr>
              <a:t>nearly all major cities in Europe</a:t>
            </a:r>
          </a:p>
        </p:txBody>
      </p:sp>
      <p:pic>
        <p:nvPicPr>
          <p:cNvPr id="4099" name="Graphic 4098" descr="Lights On outline">
            <a:extLst>
              <a:ext uri="{FF2B5EF4-FFF2-40B4-BE49-F238E27FC236}">
                <a16:creationId xmlns:a16="http://schemas.microsoft.com/office/drawing/2014/main" id="{6D82E346-4AA7-F4B7-D243-127025C8A59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4562665" y="2866792"/>
            <a:ext cx="898580" cy="898580"/>
          </a:xfrm>
          <a:prstGeom prst="rect">
            <a:avLst/>
          </a:prstGeom>
        </p:spPr>
      </p:pic>
      <p:sp>
        <p:nvSpPr>
          <p:cNvPr id="4100" name="Rectangle: Rounded Corners 4099">
            <a:extLst>
              <a:ext uri="{FF2B5EF4-FFF2-40B4-BE49-F238E27FC236}">
                <a16:creationId xmlns:a16="http://schemas.microsoft.com/office/drawing/2014/main" id="{9623CFCD-A515-4814-2EB6-EBCA90CE0732}"/>
              </a:ext>
            </a:extLst>
          </p:cNvPr>
          <p:cNvSpPr/>
          <p:nvPr/>
        </p:nvSpPr>
        <p:spPr>
          <a:xfrm>
            <a:off x="4848264" y="11407578"/>
            <a:ext cx="4899206" cy="1163004"/>
          </a:xfrm>
          <a:prstGeom prst="roundRect">
            <a:avLst/>
          </a:prstGeom>
          <a:solidFill>
            <a:srgbClr val="EDEBEB"/>
          </a:solidFill>
          <a:ln w="127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72000" rIns="72000" rtlCol="0" anchor="ctr"/>
          <a:lstStyle/>
          <a:p>
            <a:pPr defTabSz="1485900">
              <a:lnSpc>
                <a:spcPct val="90000"/>
              </a:lnSpc>
            </a:pPr>
            <a:r>
              <a:rPr lang="en-US" sz="2000" b="1">
                <a:solidFill>
                  <a:srgbClr val="272726"/>
                </a:solidFill>
                <a:latin typeface="Figtree" pitchFamily="2" charset="0"/>
                <a:ea typeface="Tahoma" panose="020B0604030504040204" pitchFamily="34" charset="0"/>
                <a:cs typeface="Tahoma" panose="020B0604030504040204" pitchFamily="34" charset="0"/>
                <a:sym typeface="Helvetica"/>
              </a:rPr>
              <a:t>Did you know? </a:t>
            </a:r>
            <a:r>
              <a:rPr lang="en-US" sz="2000">
                <a:solidFill>
                  <a:srgbClr val="272726"/>
                </a:solidFill>
                <a:latin typeface="Figtree" pitchFamily="2" charset="0"/>
                <a:ea typeface="Tahoma" panose="020B0604030504040204" pitchFamily="34" charset="0"/>
                <a:cs typeface="Tahoma" panose="020B0604030504040204" pitchFamily="34" charset="0"/>
                <a:sym typeface="Helvetica"/>
              </a:rPr>
              <a:t>Portugal has an undisputed advantage for latency to and from the Americas and the rest of the world compared to any city in Europe</a:t>
            </a:r>
          </a:p>
        </p:txBody>
      </p:sp>
      <p:pic>
        <p:nvPicPr>
          <p:cNvPr id="4101" name="Graphic 4100" descr="Lights On outline">
            <a:extLst>
              <a:ext uri="{FF2B5EF4-FFF2-40B4-BE49-F238E27FC236}">
                <a16:creationId xmlns:a16="http://schemas.microsoft.com/office/drawing/2014/main" id="{1F8AC5B8-2C29-7A31-6D17-7D13CD4F861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895149" y="11539790"/>
            <a:ext cx="898580" cy="898580"/>
          </a:xfrm>
          <a:prstGeom prst="rect">
            <a:avLst/>
          </a:prstGeom>
        </p:spPr>
      </p:pic>
    </p:spTree>
    <p:extLst>
      <p:ext uri="{BB962C8B-B14F-4D97-AF65-F5344CB8AC3E}">
        <p14:creationId xmlns:p14="http://schemas.microsoft.com/office/powerpoint/2010/main" val="17801021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 ">
            <a:extLst>
              <a:ext uri="{FF2B5EF4-FFF2-40B4-BE49-F238E27FC236}">
                <a16:creationId xmlns:a16="http://schemas.microsoft.com/office/drawing/2014/main" id="{CF1ADA2B-756F-8DE6-7AF3-DBF79F21ED5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843726" y="0"/>
            <a:ext cx="14543321" cy="13716000"/>
          </a:xfrm>
          <a:prstGeom prst="rect">
            <a:avLst/>
          </a:prstGeom>
          <a:noFill/>
          <a:ln cap="flat">
            <a:noFill/>
          </a:ln>
        </p:spPr>
      </p:pic>
      <p:pic>
        <p:nvPicPr>
          <p:cNvPr id="2" name="Picture 2">
            <a:extLst>
              <a:ext uri="{FF2B5EF4-FFF2-40B4-BE49-F238E27FC236}">
                <a16:creationId xmlns:a16="http://schemas.microsoft.com/office/drawing/2014/main" id="{DC4852B3-672D-4A43-BFCE-32FB75C16D04}"/>
              </a:ext>
            </a:extLst>
          </p:cNvPr>
          <p:cNvPicPr>
            <a:picLocks noChangeAspect="1"/>
          </p:cNvPicPr>
          <p:nvPr/>
        </p:nvPicPr>
        <p:blipFill>
          <a:blip r:embed="rId4" cstate="email">
            <a:extLst>
              <a:ext uri="{28A0092B-C50C-407E-A947-70E740481C1C}">
                <a14:useLocalDpi xmlns:a14="http://schemas.microsoft.com/office/drawing/2010/main"/>
              </a:ext>
            </a:extLst>
          </a:blip>
          <a:srcRect/>
          <a:stretch/>
        </p:blipFill>
        <p:spPr>
          <a:xfrm>
            <a:off x="-1" y="0"/>
            <a:ext cx="12193587" cy="13716000"/>
          </a:xfrm>
          <a:prstGeom prst="rect">
            <a:avLst/>
          </a:prstGeom>
          <a:noFill/>
          <a:ln cap="flat">
            <a:noFill/>
          </a:ln>
        </p:spPr>
      </p:pic>
      <p:sp>
        <p:nvSpPr>
          <p:cNvPr id="4" name="Shape 1">
            <a:extLst>
              <a:ext uri="{FF2B5EF4-FFF2-40B4-BE49-F238E27FC236}">
                <a16:creationId xmlns:a16="http://schemas.microsoft.com/office/drawing/2014/main" id="{0F77C67B-EF62-D750-9F05-537EA346E49D}"/>
              </a:ext>
            </a:extLst>
          </p:cNvPr>
          <p:cNvSpPr/>
          <p:nvPr/>
        </p:nvSpPr>
        <p:spPr>
          <a:xfrm>
            <a:off x="13133444" y="3873498"/>
            <a:ext cx="9589696" cy="4190996"/>
          </a:xfrm>
          <a:prstGeom prst="rect">
            <a:avLst/>
          </a:prstGeom>
          <a:no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PT" sz="1800" b="0" i="0" u="none" strike="noStrike" kern="1200" cap="none" spc="0" baseline="0">
              <a:solidFill>
                <a:srgbClr val="000000"/>
              </a:solidFill>
              <a:uFillTx/>
              <a:latin typeface="Calibri"/>
            </a:endParaRPr>
          </a:p>
        </p:txBody>
      </p:sp>
      <p:sp>
        <p:nvSpPr>
          <p:cNvPr id="5" name="Text 2">
            <a:extLst>
              <a:ext uri="{FF2B5EF4-FFF2-40B4-BE49-F238E27FC236}">
                <a16:creationId xmlns:a16="http://schemas.microsoft.com/office/drawing/2014/main" id="{D5088E57-1515-A5F7-BD00-837AC5A68D55}"/>
              </a:ext>
            </a:extLst>
          </p:cNvPr>
          <p:cNvSpPr/>
          <p:nvPr/>
        </p:nvSpPr>
        <p:spPr>
          <a:xfrm>
            <a:off x="13133444" y="3873498"/>
            <a:ext cx="9725183" cy="618070"/>
          </a:xfrm>
          <a:prstGeom prst="rect">
            <a:avLst/>
          </a:prstGeom>
          <a:no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3200" b="1" i="0" u="none" strike="noStrike" kern="1200" cap="none" spc="0" baseline="0">
              <a:solidFill>
                <a:srgbClr val="000000"/>
              </a:solidFill>
              <a:uFillTx/>
              <a:latin typeface="Figtree SemiBold" pitchFamily="2"/>
            </a:endParaRPr>
          </a:p>
        </p:txBody>
      </p:sp>
      <p:grpSp>
        <p:nvGrpSpPr>
          <p:cNvPr id="7" name="Group 10">
            <a:extLst>
              <a:ext uri="{FF2B5EF4-FFF2-40B4-BE49-F238E27FC236}">
                <a16:creationId xmlns:a16="http://schemas.microsoft.com/office/drawing/2014/main" id="{10DBEBE6-2AEA-0A47-30C1-FD87229657A1}"/>
              </a:ext>
            </a:extLst>
          </p:cNvPr>
          <p:cNvGrpSpPr/>
          <p:nvPr/>
        </p:nvGrpSpPr>
        <p:grpSpPr>
          <a:xfrm>
            <a:off x="1390649" y="12777496"/>
            <a:ext cx="9393238" cy="255556"/>
            <a:chOff x="1216481" y="12777496"/>
            <a:chExt cx="9393238" cy="255556"/>
          </a:xfrm>
        </p:grpSpPr>
        <p:pic>
          <p:nvPicPr>
            <p:cNvPr id="8" name="Picture 11">
              <a:extLst>
                <a:ext uri="{FF2B5EF4-FFF2-40B4-BE49-F238E27FC236}">
                  <a16:creationId xmlns:a16="http://schemas.microsoft.com/office/drawing/2014/main" id="{8F71CD35-D1F3-8421-CA45-AE5688FCD0DD}"/>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216481" y="12777496"/>
              <a:ext cx="1675756" cy="255556"/>
            </a:xfrm>
            <a:prstGeom prst="rect">
              <a:avLst/>
            </a:prstGeom>
            <a:noFill/>
            <a:ln cap="flat">
              <a:noFill/>
            </a:ln>
          </p:spPr>
        </p:pic>
        <p:sp>
          <p:nvSpPr>
            <p:cNvPr id="9" name="Text 2">
              <a:extLst>
                <a:ext uri="{FF2B5EF4-FFF2-40B4-BE49-F238E27FC236}">
                  <a16:creationId xmlns:a16="http://schemas.microsoft.com/office/drawing/2014/main" id="{F8394C1F-B92B-B793-36C7-42681A77B05A}"/>
                </a:ext>
              </a:extLst>
            </p:cNvPr>
            <p:cNvSpPr/>
            <p:nvPr/>
          </p:nvSpPr>
          <p:spPr>
            <a:xfrm>
              <a:off x="3158118" y="12817007"/>
              <a:ext cx="7451601" cy="176534"/>
            </a:xfrm>
            <a:prstGeom prst="rect">
              <a:avLst/>
            </a:prstGeom>
            <a:no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0" i="0" u="none" strike="noStrike" kern="1200" cap="none" spc="0" baseline="0">
                  <a:solidFill>
                    <a:srgbClr val="FFFFFF"/>
                  </a:solidFill>
                  <a:uFillTx/>
                  <a:latin typeface="Figtree" pitchFamily="2"/>
                  <a:ea typeface="Figtree Regular" pitchFamily="34"/>
                  <a:cs typeface="Figtree Regular" pitchFamily="34"/>
                </a:rPr>
                <a:t>Strictly private and confidential</a:t>
              </a:r>
              <a:endParaRPr lang="en-US" sz="1200" b="0" i="0" u="none" strike="noStrike" kern="1200" cap="none" spc="0" baseline="0">
                <a:solidFill>
                  <a:srgbClr val="FFFFFF"/>
                </a:solidFill>
                <a:uFillTx/>
                <a:latin typeface="Figtree" pitchFamily="2"/>
              </a:endParaRPr>
            </a:p>
          </p:txBody>
        </p:sp>
      </p:grpSp>
      <p:pic>
        <p:nvPicPr>
          <p:cNvPr id="6" name="Picture 5">
            <a:extLst>
              <a:ext uri="{FF2B5EF4-FFF2-40B4-BE49-F238E27FC236}">
                <a16:creationId xmlns:a16="http://schemas.microsoft.com/office/drawing/2014/main" id="{FDE77328-836A-1105-E130-3C0AF0CDD795}"/>
              </a:ext>
            </a:extLst>
          </p:cNvPr>
          <p:cNvPicPr>
            <a:picLocks noChangeAspect="1"/>
          </p:cNvPicPr>
          <p:nvPr/>
        </p:nvPicPr>
        <p:blipFill>
          <a:blip r:embed="rId6" cstate="email">
            <a:extLst>
              <a:ext uri="{28A0092B-C50C-407E-A947-70E740481C1C}">
                <a14:useLocalDpi xmlns:a14="http://schemas.microsoft.com/office/drawing/2010/main"/>
              </a:ext>
            </a:extLst>
          </a:blip>
          <a:srcRect/>
          <a:stretch/>
        </p:blipFill>
        <p:spPr>
          <a:xfrm>
            <a:off x="0" y="10510782"/>
            <a:ext cx="7531839" cy="3209026"/>
          </a:xfrm>
          <a:prstGeom prst="rect">
            <a:avLst/>
          </a:prstGeom>
        </p:spPr>
      </p:pic>
      <p:sp>
        <p:nvSpPr>
          <p:cNvPr id="10" name="Text 2">
            <a:extLst>
              <a:ext uri="{FF2B5EF4-FFF2-40B4-BE49-F238E27FC236}">
                <a16:creationId xmlns:a16="http://schemas.microsoft.com/office/drawing/2014/main" id="{B48854F0-6A92-B99F-0A99-5DF0253EFA6F}"/>
              </a:ext>
            </a:extLst>
          </p:cNvPr>
          <p:cNvSpPr/>
          <p:nvPr/>
        </p:nvSpPr>
        <p:spPr>
          <a:xfrm>
            <a:off x="758463" y="10923497"/>
            <a:ext cx="4608512" cy="740398"/>
          </a:xfrm>
          <a:prstGeom prst="rect">
            <a:avLst/>
          </a:prstGeom>
          <a:no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400" b="1" i="0" u="none" strike="noStrike" kern="1200" cap="none" spc="0" baseline="0">
                <a:solidFill>
                  <a:schemeClr val="bg1"/>
                </a:solidFill>
                <a:uFillTx/>
                <a:latin typeface="Figtree" pitchFamily="2"/>
                <a:ea typeface="Ubuntu Bold" pitchFamily="34"/>
                <a:cs typeface="Ubuntu Bold" pitchFamily="34"/>
              </a:rPr>
              <a:t>Thank</a:t>
            </a:r>
            <a:r>
              <a:rPr lang="en-US" sz="2400" b="1" i="0" u="none" strike="noStrike" kern="1200" cap="none" spc="0" baseline="0">
                <a:solidFill>
                  <a:srgbClr val="13683C"/>
                </a:solidFill>
                <a:uFillTx/>
                <a:latin typeface="Figtree" pitchFamily="2"/>
                <a:ea typeface="Ubuntu Bold" pitchFamily="34"/>
                <a:cs typeface="Ubuntu Bold" pitchFamily="34"/>
              </a:rPr>
              <a:t> </a:t>
            </a:r>
            <a:r>
              <a:rPr lang="en-US" sz="2400" b="1" i="0" u="none" strike="noStrike" kern="1200" cap="none" spc="0" baseline="0">
                <a:solidFill>
                  <a:srgbClr val="FCFCFF"/>
                </a:solidFill>
                <a:uFillTx/>
                <a:latin typeface="Figtree" pitchFamily="2"/>
                <a:ea typeface="Ubuntu Bold" pitchFamily="34"/>
                <a:cs typeface="Ubuntu Bold" pitchFamily="34"/>
              </a:rPr>
              <a:t>You</a:t>
            </a:r>
            <a:endParaRPr lang="en-US" sz="2400" b="1" i="0" u="none" strike="noStrike" kern="1200" cap="none" spc="0" baseline="0">
              <a:solidFill>
                <a:srgbClr val="000000"/>
              </a:solidFill>
              <a:uFillTx/>
              <a:latin typeface="Figtree" pitchFamily="2"/>
            </a:endParaRPr>
          </a:p>
        </p:txBody>
      </p:sp>
      <p:sp>
        <p:nvSpPr>
          <p:cNvPr id="13" name="Table Placeholder 3">
            <a:extLst>
              <a:ext uri="{FF2B5EF4-FFF2-40B4-BE49-F238E27FC236}">
                <a16:creationId xmlns:a16="http://schemas.microsoft.com/office/drawing/2014/main" id="{94DC0A66-169F-30BC-22D5-0F870A3B5B76}"/>
              </a:ext>
            </a:extLst>
          </p:cNvPr>
          <p:cNvSpPr txBox="1">
            <a:spLocks/>
          </p:cNvSpPr>
          <p:nvPr/>
        </p:nvSpPr>
        <p:spPr>
          <a:xfrm>
            <a:off x="13569217" y="4814400"/>
            <a:ext cx="9725182" cy="4716462"/>
          </a:xfrm>
          <a:prstGeom prst="rect">
            <a:avLst/>
          </a:prstGeom>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gn="just" defTabSz="914400">
              <a:lnSpc>
                <a:spcPct val="120000"/>
              </a:lnSpc>
              <a:spcBef>
                <a:spcPts val="0"/>
              </a:spcBef>
              <a:buFont typeface="Arial" panose="020B0604020202020204" pitchFamily="34" charset="0"/>
              <a:buNone/>
              <a:defRPr sz="1800" b="0" i="0" u="none" strike="noStrike" kern="0" cap="none" spc="0" baseline="0">
                <a:solidFill>
                  <a:srgbClr val="000000"/>
                </a:solidFill>
                <a:uFillTx/>
              </a:defRPr>
            </a:pPr>
            <a:r>
              <a:rPr kumimoji="0" lang="en-US" sz="4800" b="1" i="0" u="none" strike="noStrike" kern="1200" cap="none" spc="0" normalizeH="0" baseline="0" noProof="0">
                <a:ln>
                  <a:noFill/>
                </a:ln>
                <a:solidFill>
                  <a:srgbClr val="12BD64"/>
                </a:solidFill>
                <a:effectLst/>
                <a:uLnTx/>
                <a:uFillTx/>
                <a:latin typeface="Figtree" pitchFamily="2" charset="0"/>
                <a:ea typeface="+mj-ea"/>
                <a:cs typeface="+mj-cs"/>
              </a:rPr>
              <a:t>Disclaimer</a:t>
            </a:r>
            <a:endParaRPr lang="en-US" sz="4800">
              <a:solidFill>
                <a:srgbClr val="000000"/>
              </a:solidFill>
              <a:latin typeface="Figtree"/>
            </a:endParaRPr>
          </a:p>
          <a:p>
            <a:pPr marL="0" indent="0" algn="just" defTabSz="914400">
              <a:lnSpc>
                <a:spcPct val="120000"/>
              </a:lnSpc>
              <a:spcBef>
                <a:spcPts val="0"/>
              </a:spcBef>
              <a:buFont typeface="Arial" panose="020B0604020202020204" pitchFamily="34" charset="0"/>
              <a:buNone/>
              <a:defRPr sz="1800" b="0" i="0" u="none" strike="noStrike" kern="0" cap="none" spc="0" baseline="0">
                <a:solidFill>
                  <a:srgbClr val="000000"/>
                </a:solidFill>
                <a:uFillTx/>
              </a:defRPr>
            </a:pPr>
            <a:r>
              <a:rPr lang="en-US" sz="2000">
                <a:solidFill>
                  <a:srgbClr val="000000"/>
                </a:solidFill>
                <a:latin typeface="Figtree"/>
              </a:rPr>
              <a:t>This document and any files transmitted with it are the property of Start Campus. All rights, including without limitation copyright, are reserved. This document contains information that may be confidential and may also be privileged. It is for the exclusive use of the intended recipient(s) and for the purpose indicated in it. This document and any files transmitted with it do not constitute any form of commitment by Start Campus, they are solely for your information and should not be relied upon for any effects. No liability whatsoever (including negligence or otherwise) is accepted by Start Campus or any of its affiliates, directors, officers, employees, representatives or advisers in relation to any information or opinion contained herein.</a:t>
            </a:r>
          </a:p>
          <a:p>
            <a:pPr marL="0" indent="0" algn="just" defTabSz="914400">
              <a:lnSpc>
                <a:spcPct val="120000"/>
              </a:lnSpc>
              <a:spcBef>
                <a:spcPts val="0"/>
              </a:spcBef>
              <a:buFont typeface="Arial" panose="020B0604020202020204" pitchFamily="34" charset="0"/>
              <a:buNone/>
              <a:defRPr sz="1800" b="0" i="0" u="none" strike="noStrike" kern="0" cap="none" spc="0" baseline="0">
                <a:solidFill>
                  <a:srgbClr val="000000"/>
                </a:solidFill>
                <a:uFillTx/>
              </a:defRPr>
            </a:pPr>
            <a:endParaRPr lang="en-US" sz="2000">
              <a:solidFill>
                <a:srgbClr val="000000"/>
              </a:solidFill>
              <a:latin typeface="Figtree"/>
            </a:endParaRPr>
          </a:p>
          <a:p>
            <a:pPr marL="0" indent="0" algn="just" defTabSz="914400">
              <a:lnSpc>
                <a:spcPct val="120000"/>
              </a:lnSpc>
              <a:spcBef>
                <a:spcPts val="0"/>
              </a:spcBef>
              <a:buFont typeface="Arial" panose="020B0604020202020204" pitchFamily="34" charset="0"/>
              <a:buNone/>
              <a:defRPr sz="1800" b="0" i="0" u="none" strike="noStrike" kern="0" cap="none" spc="0" baseline="0">
                <a:solidFill>
                  <a:srgbClr val="000000"/>
                </a:solidFill>
                <a:uFillTx/>
              </a:defRPr>
            </a:pPr>
            <a:r>
              <a:rPr lang="en-US" sz="2000">
                <a:solidFill>
                  <a:srgbClr val="000000"/>
                </a:solidFill>
                <a:latin typeface="Figtree"/>
              </a:rPr>
              <a:t>Start Campus is registered in Portugal, with number 515949841. Main office address is: START – Sines </a:t>
            </a:r>
            <a:r>
              <a:rPr lang="en-US" sz="2000" err="1">
                <a:solidFill>
                  <a:srgbClr val="000000"/>
                </a:solidFill>
                <a:latin typeface="Figtree"/>
              </a:rPr>
              <a:t>TransAtlantic</a:t>
            </a:r>
            <a:r>
              <a:rPr lang="en-US" sz="2000">
                <a:solidFill>
                  <a:srgbClr val="000000"/>
                </a:solidFill>
                <a:latin typeface="Figtree"/>
              </a:rPr>
              <a:t> Renewable &amp; Technology Campus, S.A., Av. Eng. Duarte Pacheco, Tower 1, Floor 13, 1070-100 Lisboa, Portugal</a:t>
            </a:r>
          </a:p>
          <a:p>
            <a:pPr marL="0" indent="0">
              <a:buFont typeface="Arial" panose="020B0604020202020204" pitchFamily="34" charset="0"/>
              <a:buNone/>
            </a:pPr>
            <a:endParaRPr lang="en-GB" sz="800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ags/tag2.xml><?xml version="1.0" encoding="utf-8"?>
<p:tagLst xmlns:a="http://schemas.openxmlformats.org/drawingml/2006/main" xmlns:r="http://schemas.openxmlformats.org/officeDocument/2006/relationships" xmlns:p="http://schemas.openxmlformats.org/presentationml/2006/main">
  <p:tag name="DEFAULTWIDTH" val="107"/>
  <p:tag name="DEFAULTHEIGHT" val="61.25"/>
  <p:tag name="DEFAULTTOP" val="207.125"/>
  <p:tag name="DEFAULTLEFT" val="70"/>
</p:tagLst>
</file>

<file path=ppt/tags/tag3.xml><?xml version="1.0" encoding="utf-8"?>
<p:tagLst xmlns:a="http://schemas.openxmlformats.org/drawingml/2006/main" xmlns:r="http://schemas.openxmlformats.org/officeDocument/2006/relationships" xmlns:p="http://schemas.openxmlformats.org/presentationml/2006/main">
  <p:tag name="DEFAULTWIDTH" val="107"/>
  <p:tag name="DEFAULTHEIGHT" val="61.25"/>
  <p:tag name="DEFAULTTOP" val="207.125"/>
  <p:tag name="DEFAULTLEFT" val="70"/>
</p:tagLst>
</file>

<file path=ppt/tags/tag4.xml><?xml version="1.0" encoding="utf-8"?>
<p:tagLst xmlns:a="http://schemas.openxmlformats.org/drawingml/2006/main" xmlns:r="http://schemas.openxmlformats.org/officeDocument/2006/relationships" xmlns:p="http://schemas.openxmlformats.org/presentationml/2006/main">
  <p:tag name="DEFAULTWIDTH" val="107"/>
  <p:tag name="DEFAULTHEIGHT" val="61.25"/>
  <p:tag name="DEFAULTTOP" val="207.125"/>
  <p:tag name="DEFAULTLEFT" val="70"/>
</p:tagLst>
</file>

<file path=ppt/tags/tag5.xml><?xml version="1.0" encoding="utf-8"?>
<p:tagLst xmlns:a="http://schemas.openxmlformats.org/drawingml/2006/main" xmlns:r="http://schemas.openxmlformats.org/officeDocument/2006/relationships" xmlns:p="http://schemas.openxmlformats.org/presentationml/2006/main">
  <p:tag name="DEFAULTWIDTH" val="107"/>
  <p:tag name="DEFAULTHEIGHT" val="61.25"/>
  <p:tag name="DEFAULTTOP" val="207.125"/>
  <p:tag name="DEFAULTLEFT" val="70"/>
</p:tagLst>
</file>

<file path=ppt/tags/tag6.xml><?xml version="1.0" encoding="utf-8"?>
<p:tagLst xmlns:a="http://schemas.openxmlformats.org/drawingml/2006/main" xmlns:r="http://schemas.openxmlformats.org/officeDocument/2006/relationships" xmlns:p="http://schemas.openxmlformats.org/presentationml/2006/main">
  <p:tag name="DEFAULTWIDTH" val="107"/>
  <p:tag name="DEFAULTHEIGHT" val="61.25"/>
  <p:tag name="DEFAULTTOP" val="207.125"/>
  <p:tag name="DEFAULTLEFT" val="70"/>
</p:tagLst>
</file>

<file path=ppt/tags/tag7.xml><?xml version="1.0" encoding="utf-8"?>
<p:tagLst xmlns:a="http://schemas.openxmlformats.org/drawingml/2006/main" xmlns:r="http://schemas.openxmlformats.org/officeDocument/2006/relationships" xmlns:p="http://schemas.openxmlformats.org/presentationml/2006/main">
  <p:tag name="DEFAULTWIDTH" val="107"/>
  <p:tag name="DEFAULTHEIGHT" val="61.25"/>
  <p:tag name="DEFAULTTOP" val="207.125"/>
  <p:tag name="DEFAULTLEFT" val="70"/>
</p:tagLst>
</file>

<file path=ppt/tags/tag8.xml><?xml version="1.0" encoding="utf-8"?>
<p:tagLst xmlns:a="http://schemas.openxmlformats.org/drawingml/2006/main" xmlns:r="http://schemas.openxmlformats.org/officeDocument/2006/relationships" xmlns:p="http://schemas.openxmlformats.org/presentationml/2006/main">
  <p:tag name="DEFAULTWIDTH" val="107"/>
  <p:tag name="DEFAULTHEIGHT" val="61.25"/>
  <p:tag name="DEFAULTTOP" val="207.125"/>
  <p:tag name="DEFAULTLEFT" val="70"/>
</p:tagLst>
</file>

<file path=ppt/tags/tag9.xml><?xml version="1.0" encoding="utf-8"?>
<p:tagLst xmlns:a="http://schemas.openxmlformats.org/drawingml/2006/main" xmlns:r="http://schemas.openxmlformats.org/officeDocument/2006/relationships" xmlns:p="http://schemas.openxmlformats.org/presentationml/2006/main">
  <p:tag name="DEFAULTWIDTH" val="107"/>
  <p:tag name="DEFAULTHEIGHT" val="61.25"/>
  <p:tag name="DEFAULTTOP" val="207.125"/>
  <p:tag name="DEFAULTLEFT" val="70"/>
</p:tagLst>
</file>

<file path=ppt/theme/theme1.xml><?xml version="1.0" encoding="utf-8"?>
<a:theme xmlns:a="http://schemas.openxmlformats.org/drawingml/2006/main" name="Cover">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Dividers">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presentacao-corporativa-start-campus-template" id="{590E36DC-A5A7-FF46-8B22-44A667F0405D}" vid="{90EF7B72-149A-064F-A975-7503B79DDE16}"/>
    </a:ext>
  </a:extLst>
</a:theme>
</file>

<file path=ppt/theme/theme4.xml><?xml version="1.0" encoding="utf-8"?>
<a:theme xmlns:a="http://schemas.openxmlformats.org/drawingml/2006/main" name="1_Graphs">
  <a:themeElements>
    <a:clrScheme name="StartCampus Theme 1">
      <a:dk1>
        <a:srgbClr val="000000"/>
      </a:dk1>
      <a:lt1>
        <a:srgbClr val="F4F4FF"/>
      </a:lt1>
      <a:dk2>
        <a:srgbClr val="183438"/>
      </a:dk2>
      <a:lt2>
        <a:srgbClr val="EBFEF5"/>
      </a:lt2>
      <a:accent1>
        <a:srgbClr val="00C058"/>
      </a:accent1>
      <a:accent2>
        <a:srgbClr val="FBDD6F"/>
      </a:accent2>
      <a:accent3>
        <a:srgbClr val="D1CDCD"/>
      </a:accent3>
      <a:accent4>
        <a:srgbClr val="48392C"/>
      </a:accent4>
      <a:accent5>
        <a:srgbClr val="3EA2F5"/>
      </a:accent5>
      <a:accent6>
        <a:srgbClr val="144044"/>
      </a:accent6>
      <a:hlink>
        <a:srgbClr val="00C058"/>
      </a:hlink>
      <a:folHlink>
        <a:srgbClr val="00C058"/>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28A3C5EB-B5CE-4BF2-B26A-10EBE5A49E51}" vid="{CF9439A3-7035-42A1-94DE-4E263279C9B6}"/>
    </a:ext>
  </a:extLst>
</a:theme>
</file>

<file path=ppt/theme/theme5.xml><?xml version="1.0" encoding="utf-8"?>
<a:theme xmlns:a="http://schemas.openxmlformats.org/drawingml/2006/main" name="1_Green - Content and Image">
  <a:themeElements>
    <a:clrScheme name="StartCampus Theme 1">
      <a:dk1>
        <a:srgbClr val="000000"/>
      </a:dk1>
      <a:lt1>
        <a:srgbClr val="F4F4FF"/>
      </a:lt1>
      <a:dk2>
        <a:srgbClr val="183438"/>
      </a:dk2>
      <a:lt2>
        <a:srgbClr val="EBFEF5"/>
      </a:lt2>
      <a:accent1>
        <a:srgbClr val="00C058"/>
      </a:accent1>
      <a:accent2>
        <a:srgbClr val="FBDD6F"/>
      </a:accent2>
      <a:accent3>
        <a:srgbClr val="D1CDCD"/>
      </a:accent3>
      <a:accent4>
        <a:srgbClr val="48392C"/>
      </a:accent4>
      <a:accent5>
        <a:srgbClr val="3EA2F5"/>
      </a:accent5>
      <a:accent6>
        <a:srgbClr val="144044"/>
      </a:accent6>
      <a:hlink>
        <a:srgbClr val="00C058"/>
      </a:hlink>
      <a:folHlink>
        <a:srgbClr val="00C058"/>
      </a:folHlink>
    </a:clrScheme>
    <a:fontScheme name="Gill Sans MT">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2_Dividers">
  <a:themeElements>
    <a:clrScheme name="StartCampus Theme 1">
      <a:dk1>
        <a:srgbClr val="000000"/>
      </a:dk1>
      <a:lt1>
        <a:srgbClr val="F4F4FF"/>
      </a:lt1>
      <a:dk2>
        <a:srgbClr val="183438"/>
      </a:dk2>
      <a:lt2>
        <a:srgbClr val="EBFEF5"/>
      </a:lt2>
      <a:accent1>
        <a:srgbClr val="00C058"/>
      </a:accent1>
      <a:accent2>
        <a:srgbClr val="FBDD6F"/>
      </a:accent2>
      <a:accent3>
        <a:srgbClr val="D1CDCD"/>
      </a:accent3>
      <a:accent4>
        <a:srgbClr val="48392C"/>
      </a:accent4>
      <a:accent5>
        <a:srgbClr val="3EA2F5"/>
      </a:accent5>
      <a:accent6>
        <a:srgbClr val="144044"/>
      </a:accent6>
      <a:hlink>
        <a:srgbClr val="00C058"/>
      </a:hlink>
      <a:folHlink>
        <a:srgbClr val="00C058"/>
      </a:folHlink>
    </a:clrScheme>
    <a:fontScheme name="Gill Sans MT">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28A3C5EB-B5CE-4BF2-B26A-10EBE5A49E51}" vid="{2FB53C36-4FEF-48FC-828F-391719FDE557}"/>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c6923647-6c10-4b9b-9e1b-195d02f1da30" xsi:nil="true"/>
    <lcf76f155ced4ddcb4097134ff3c332f xmlns="b238ed95-c9d5-48cb-87cf-e826bc585f76">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445D0161F036854390CF70D1AFABE0F8" ma:contentTypeVersion="16" ma:contentTypeDescription="Create a new document." ma:contentTypeScope="" ma:versionID="7395c18e222b5e86c30e8d48d5b89eed">
  <xsd:schema xmlns:xsd="http://www.w3.org/2001/XMLSchema" xmlns:xs="http://www.w3.org/2001/XMLSchema" xmlns:p="http://schemas.microsoft.com/office/2006/metadata/properties" xmlns:ns1="http://schemas.microsoft.com/sharepoint/v3" xmlns:ns2="b238ed95-c9d5-48cb-87cf-e826bc585f76" xmlns:ns3="c6923647-6c10-4b9b-9e1b-195d02f1da30" targetNamespace="http://schemas.microsoft.com/office/2006/metadata/properties" ma:root="true" ma:fieldsID="4696ef49c178ecaf3117fa06aa864a36" ns1:_="" ns2:_="" ns3:_="">
    <xsd:import namespace="http://schemas.microsoft.com/sharepoint/v3"/>
    <xsd:import namespace="b238ed95-c9d5-48cb-87cf-e826bc585f76"/>
    <xsd:import namespace="c6923647-6c10-4b9b-9e1b-195d02f1da3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Location" minOccurs="0"/>
                <xsd:element ref="ns2:MediaServiceOCR" minOccurs="0"/>
                <xsd:element ref="ns1:_ip_UnifiedCompliancePolicyProperties" minOccurs="0"/>
                <xsd:element ref="ns1:_ip_UnifiedCompliancePolicyUIAc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1" nillable="true" ma:displayName="Unified Compliance Policy Properties" ma:hidden="true" ma:internalName="_ip_UnifiedCompliancePolicyProperties">
      <xsd:simpleType>
        <xsd:restriction base="dms:Note"/>
      </xsd:simpleType>
    </xsd:element>
    <xsd:element name="_ip_UnifiedCompliancePolicyUIAction" ma:index="2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238ed95-c9d5-48cb-87cf-e826bc585f7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bd1c6e5c-4a4a-441d-a49e-c2a13b6952d2" ma:termSetId="09814cd3-568e-fe90-9814-8d621ff8fb84" ma:anchorId="fba54fb3-c3e1-fe81-a776-ca4b69148c4d" ma:open="true" ma:isKeyword="false">
      <xsd:complexType>
        <xsd:sequence>
          <xsd:element ref="pc:Terms" minOccurs="0" maxOccurs="1"/>
        </xsd:sequence>
      </xsd:complexType>
    </xsd:element>
    <xsd:element name="MediaServiceLocation" ma:index="19" nillable="true" ma:displayName="Location" ma:indexed="true" ma:internalName="MediaServiceLocation"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6923647-6c10-4b9b-9e1b-195d02f1da30"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be9134d1-7cf1-43d4-951a-d044717e1e34}" ma:internalName="TaxCatchAll" ma:showField="CatchAllData" ma:web="c6923647-6c10-4b9b-9e1b-195d02f1da3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0BB2D2A-2978-41C4-8E7D-BD9D6AD76E53}">
  <ds:schemaRefs>
    <ds:schemaRef ds:uri="560d7e3e-db78-4707-9bbf-df3493547008"/>
    <ds:schemaRef ds:uri="ed4199a0-8897-4803-b3df-5666a067b3d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 ds:uri="016add7d-e55c-4146-a284-ba9122d8129a"/>
    <ds:schemaRef ds:uri="bdc6f771-4085-4435-bf8c-0480790234e4"/>
    <ds:schemaRef ds:uri="c6923647-6c10-4b9b-9e1b-195d02f1da30"/>
    <ds:schemaRef ds:uri="b238ed95-c9d5-48cb-87cf-e826bc585f76"/>
  </ds:schemaRefs>
</ds:datastoreItem>
</file>

<file path=customXml/itemProps2.xml><?xml version="1.0" encoding="utf-8"?>
<ds:datastoreItem xmlns:ds="http://schemas.openxmlformats.org/officeDocument/2006/customXml" ds:itemID="{202957CC-8788-43C0-A0B0-EE90643367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b238ed95-c9d5-48cb-87cf-e826bc585f76"/>
    <ds:schemaRef ds:uri="c6923647-6c10-4b9b-9e1b-195d02f1da3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F88C906-C690-4431-8229-4DB84893E3BC}">
  <ds:schemaRefs>
    <ds:schemaRef ds:uri="http://schemas.microsoft.com/sharepoint/v3/contenttype/forms"/>
  </ds:schemaRefs>
</ds:datastoreItem>
</file>

<file path=docMetadata/LabelInfo.xml><?xml version="1.0" encoding="utf-8"?>
<clbl:labelList xmlns:clbl="http://schemas.microsoft.com/office/2020/mipLabelMetadata">
  <clbl:label id="{dfe64ef0-fba9-49f9-8f0a-831dc20d6f0b}" enabled="1" method="Privileged" siteId="{39b4e89d-f3a2-4b41-b98b-7ac345637da2}" removed="0"/>
</clbl:labelList>
</file>

<file path=docProps/app.xml><?xml version="1.0" encoding="utf-8"?>
<Properties xmlns="http://schemas.openxmlformats.org/officeDocument/2006/extended-properties" xmlns:vt="http://schemas.openxmlformats.org/officeDocument/2006/docPropsVTypes">
  <Template/>
  <TotalTime>63</TotalTime>
  <Words>1282</Words>
  <Application>Microsoft Office PowerPoint</Application>
  <PresentationFormat>Custom</PresentationFormat>
  <Paragraphs>204</Paragraphs>
  <Slides>10</Slides>
  <Notes>4</Notes>
  <HiddenSlides>0</HiddenSlides>
  <MMClips>0</MMClips>
  <ScaleCrop>false</ScaleCrop>
  <HeadingPairs>
    <vt:vector size="6" baseType="variant">
      <vt:variant>
        <vt:lpstr>Fonts Used</vt:lpstr>
      </vt:variant>
      <vt:variant>
        <vt:i4>14</vt:i4>
      </vt:variant>
      <vt:variant>
        <vt:lpstr>Theme</vt:lpstr>
      </vt:variant>
      <vt:variant>
        <vt:i4>6</vt:i4>
      </vt:variant>
      <vt:variant>
        <vt:lpstr>Slide Titles</vt:lpstr>
      </vt:variant>
      <vt:variant>
        <vt:i4>10</vt:i4>
      </vt:variant>
    </vt:vector>
  </HeadingPairs>
  <TitlesOfParts>
    <vt:vector size="30" baseType="lpstr">
      <vt:lpstr>Aptos</vt:lpstr>
      <vt:lpstr>Aptos Display</vt:lpstr>
      <vt:lpstr>Arial</vt:lpstr>
      <vt:lpstr>Calibri</vt:lpstr>
      <vt:lpstr>Figtree</vt:lpstr>
      <vt:lpstr>Figtree Black</vt:lpstr>
      <vt:lpstr>Figtree Medium</vt:lpstr>
      <vt:lpstr>Figtree SemiBold</vt:lpstr>
      <vt:lpstr>Gill Sans MT</vt:lpstr>
      <vt:lpstr>Helvetica</vt:lpstr>
      <vt:lpstr>Tahoma</vt:lpstr>
      <vt:lpstr>Ubuntu</vt:lpstr>
      <vt:lpstr>Ubuntu Light</vt:lpstr>
      <vt:lpstr>Wingdings</vt:lpstr>
      <vt:lpstr>Cover</vt:lpstr>
      <vt:lpstr>1_Dividers</vt:lpstr>
      <vt:lpstr>Office Theme</vt:lpstr>
      <vt:lpstr>1_Graphs</vt:lpstr>
      <vt:lpstr>1_Green - Content and Image</vt:lpstr>
      <vt:lpstr>2_Dividers</vt:lpstr>
      <vt:lpstr>PowerPoint Presentation</vt:lpstr>
      <vt:lpstr>PowerPoint Presentation</vt:lpstr>
      <vt:lpstr>PowerPoint Presentation</vt:lpstr>
      <vt:lpstr>SIN02-06 is one of the most “ready-to-build” and de-risked data center projects currently in development globally  </vt:lpstr>
      <vt:lpstr>What Sets Us Apart | Start Campus is perfectly positioned to support the rapid growth of AI in Europe</vt:lpstr>
      <vt:lpstr>Appendix:  An unmatched power, cooling and connectivity advantage</vt:lpstr>
      <vt:lpstr>Scaling with c. 1.5 GVA of grid access fully secured </vt:lpstr>
      <vt:lpstr>By combining seawater and liquid cooling, Start Campus offers an ultra-efficient thermal backbone for AI workloads at scale</vt:lpstr>
      <vt:lpstr>Portugal offers low and ultra-low latencies to Europe  and the rest of the world</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start campus</dc:creator>
  <cp:lastModifiedBy>Hugo Oliveira</cp:lastModifiedBy>
  <cp:revision>5</cp:revision>
  <cp:lastPrinted>2025-05-29T09:39:57Z</cp:lastPrinted>
  <dcterms:created xsi:type="dcterms:W3CDTF">2024-09-30T10:06:28Z</dcterms:created>
  <dcterms:modified xsi:type="dcterms:W3CDTF">2026-10-15T13:49:27Z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0x010100445D0161F036854390CF70D1AFABE0F8</vt:lpwstr>
  </property>
</Properties>
</file>